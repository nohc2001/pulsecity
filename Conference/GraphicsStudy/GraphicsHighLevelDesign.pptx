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86" r:id="rId21"/>
    <p:sldId id="275" r:id="rId22"/>
    <p:sldId id="276" r:id="rId23"/>
    <p:sldId id="262" r:id="rId24"/>
    <p:sldId id="259" r:id="rId25"/>
    <p:sldId id="260" r:id="rId26"/>
    <p:sldId id="278" r:id="rId27"/>
    <p:sldId id="283" r:id="rId28"/>
    <p:sldId id="279" r:id="rId29"/>
    <p:sldId id="284" r:id="rId30"/>
    <p:sldId id="285" r:id="rId31"/>
    <p:sldId id="281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8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9F4E73-0AEA-7FF5-52FF-5457F6EED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53178C-91E5-5D4C-CAA8-062A4AAB8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52C38-2A74-3DBD-C1D7-02ABBF5D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674CD-85BE-303B-4583-A1C457606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C368F-C738-A21E-D418-C142FFEF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4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" Target="slide8.xml"/><Relationship Id="rId7" Type="http://schemas.openxmlformats.org/officeDocument/2006/relationships/image" Target="../media/image7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5" Type="http://schemas.openxmlformats.org/officeDocument/2006/relationships/image" Target="../media/image7.png"/><Relationship Id="rId10" Type="http://schemas.openxmlformats.org/officeDocument/2006/relationships/image" Target="../media/image80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.png"/><Relationship Id="rId7" Type="http://schemas.openxmlformats.org/officeDocument/2006/relationships/slide" Target="slide7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60.png"/><Relationship Id="rId18" Type="http://schemas.openxmlformats.org/officeDocument/2006/relationships/slide" Target="slide14.xml"/><Relationship Id="rId26" Type="http://schemas.openxmlformats.org/officeDocument/2006/relationships/image" Target="../media/image21.png"/><Relationship Id="rId3" Type="http://schemas.openxmlformats.org/officeDocument/2006/relationships/slide" Target="slide9.xml"/><Relationship Id="rId21" Type="http://schemas.openxmlformats.org/officeDocument/2006/relationships/slide" Target="slide15.xml"/><Relationship Id="rId7" Type="http://schemas.openxmlformats.org/officeDocument/2006/relationships/image" Target="../media/image140.png"/><Relationship Id="rId12" Type="http://schemas.openxmlformats.org/officeDocument/2006/relationships/slide" Target="slide12.xml"/><Relationship Id="rId17" Type="http://schemas.openxmlformats.org/officeDocument/2006/relationships/image" Target="../media/image18.png"/><Relationship Id="rId25" Type="http://schemas.openxmlformats.org/officeDocument/2006/relationships/image" Target="../media/image200.png"/><Relationship Id="rId2" Type="http://schemas.openxmlformats.org/officeDocument/2006/relationships/image" Target="../media/image13.png"/><Relationship Id="rId16" Type="http://schemas.openxmlformats.org/officeDocument/2006/relationships/image" Target="../media/image170.png"/><Relationship Id="rId20" Type="http://schemas.openxmlformats.org/officeDocument/2006/relationships/image" Target="../media/image19.png"/><Relationship Id="rId29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11" Type="http://schemas.openxmlformats.org/officeDocument/2006/relationships/image" Target="../media/image16.png"/><Relationship Id="rId24" Type="http://schemas.openxmlformats.org/officeDocument/2006/relationships/slide" Target="slide16.xml"/><Relationship Id="rId5" Type="http://schemas.openxmlformats.org/officeDocument/2006/relationships/image" Target="../media/image14.png"/><Relationship Id="rId15" Type="http://schemas.openxmlformats.org/officeDocument/2006/relationships/slide" Target="slide13.xml"/><Relationship Id="rId23" Type="http://schemas.openxmlformats.org/officeDocument/2006/relationships/image" Target="../media/image20.png"/><Relationship Id="rId28" Type="http://schemas.openxmlformats.org/officeDocument/2006/relationships/image" Target="../media/image211.png"/><Relationship Id="rId10" Type="http://schemas.openxmlformats.org/officeDocument/2006/relationships/image" Target="../media/image150.png"/><Relationship Id="rId19" Type="http://schemas.openxmlformats.org/officeDocument/2006/relationships/image" Target="../media/image180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1.xml"/><Relationship Id="rId14" Type="http://schemas.openxmlformats.org/officeDocument/2006/relationships/image" Target="../media/image17.png"/><Relationship Id="rId22" Type="http://schemas.openxmlformats.org/officeDocument/2006/relationships/image" Target="../media/image190.png"/><Relationship Id="rId27" Type="http://schemas.openxmlformats.org/officeDocument/2006/relationships/slide" Target="slide17.xml"/><Relationship Id="rId30" Type="http://schemas.openxmlformats.org/officeDocument/2006/relationships/slide" Target="slide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" Target="slide21.xml"/><Relationship Id="rId7" Type="http://schemas.openxmlformats.org/officeDocument/2006/relationships/image" Target="../media/image2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Relationship Id="rId9" Type="http://schemas.openxmlformats.org/officeDocument/2006/relationships/image" Target="../media/image25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7" Type="http://schemas.openxmlformats.org/officeDocument/2006/relationships/image" Target="../media/image27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28.png"/><Relationship Id="rId4" Type="http://schemas.openxmlformats.org/officeDocument/2006/relationships/image" Target="../media/image2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104237" y="868680"/>
            <a:ext cx="120877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Particle Management &amp; Update</a:t>
            </a:r>
          </a:p>
          <a:p>
            <a:r>
              <a:rPr lang="ko-KR" altLang="en-US"/>
              <a:t>모든 파티클 데이터는 </a:t>
            </a:r>
            <a:r>
              <a:rPr lang="en-US" altLang="ko-KR" b="1"/>
              <a:t>StructuredBuffer</a:t>
            </a:r>
            <a:r>
              <a:rPr lang="ko-KR" altLang="en-US"/>
              <a:t> 형태로 </a:t>
            </a:r>
            <a:r>
              <a:rPr lang="en-US" altLang="ko-KR"/>
              <a:t>GPU </a:t>
            </a:r>
            <a:r>
              <a:rPr lang="ko-KR" altLang="en-US"/>
              <a:t>전용 메모리에 상주하며</a:t>
            </a:r>
            <a:r>
              <a:rPr lang="en-US" altLang="ko-KR"/>
              <a:t>, </a:t>
            </a:r>
            <a:r>
              <a:rPr lang="en-US" altLang="ko-KR" b="1"/>
              <a:t>Compute Shader</a:t>
            </a:r>
            <a:r>
              <a:rPr lang="ko-KR" altLang="en-US"/>
              <a:t>를 통해 </a:t>
            </a:r>
            <a:r>
              <a:rPr lang="en-US" altLang="ko-KR"/>
              <a:t>CPU </a:t>
            </a:r>
            <a:r>
              <a:rPr lang="ko-KR" altLang="en-US"/>
              <a:t>개입 없이 업데이트됨</a:t>
            </a:r>
            <a:endParaRPr lang="en-US" altLang="ko-KR"/>
          </a:p>
          <a:p>
            <a:r>
              <a:rPr lang="en-US" altLang="ko-KR" b="1"/>
              <a:t>Update Logic</a:t>
            </a:r>
            <a:r>
              <a:rPr lang="en-US" altLang="ko-KR"/>
              <a:t>: </a:t>
            </a:r>
            <a:r>
              <a:rPr lang="ko-KR" altLang="en-US"/>
              <a:t>매 프레임 </a:t>
            </a:r>
            <a:r>
              <a:rPr lang="en-US" altLang="ko-KR"/>
              <a:t>TimeCB</a:t>
            </a:r>
            <a:r>
              <a:rPr lang="ko-KR" altLang="en-US"/>
              <a:t>로부터 </a:t>
            </a:r>
            <a:r>
              <a:rPr lang="en-US" altLang="ko-KR"/>
              <a:t>dt(DeltaTime)</a:t>
            </a:r>
            <a:r>
              <a:rPr lang="ko-KR" altLang="en-US"/>
              <a:t>를 전달받아 위치 연산</a:t>
            </a:r>
            <a:r>
              <a:rPr lang="en-US" altLang="ko-KR"/>
              <a:t>, </a:t>
            </a:r>
            <a:r>
              <a:rPr lang="ko-KR" altLang="en-US"/>
              <a:t>수명</a:t>
            </a:r>
            <a:r>
              <a:rPr lang="en-US" altLang="ko-KR"/>
              <a:t>(Life/Age) </a:t>
            </a:r>
            <a:r>
              <a:rPr lang="ko-KR" altLang="en-US"/>
              <a:t>계산</a:t>
            </a:r>
            <a:r>
              <a:rPr lang="en-US" altLang="ko-KR"/>
              <a:t>, </a:t>
            </a:r>
            <a:r>
              <a:rPr lang="ko-KR" altLang="en-US"/>
              <a:t>물리 시뮬레이션</a:t>
            </a:r>
            <a:r>
              <a:rPr lang="en-US" altLang="ko-KR"/>
              <a:t>(</a:t>
            </a:r>
            <a:r>
              <a:rPr lang="ko-KR" altLang="en-US"/>
              <a:t>중력</a:t>
            </a:r>
            <a:r>
              <a:rPr lang="en-US" altLang="ko-KR"/>
              <a:t>, </a:t>
            </a:r>
            <a:r>
              <a:rPr lang="ko-KR" altLang="en-US"/>
              <a:t>감쇠</a:t>
            </a:r>
            <a:r>
              <a:rPr lang="en-US" altLang="ko-KR"/>
              <a:t>)</a:t>
            </a:r>
            <a:r>
              <a:rPr lang="ko-KR" altLang="en-US"/>
              <a:t>을 병렬로 수행</a:t>
            </a:r>
            <a:r>
              <a:rPr lang="en-US" altLang="ko-KR"/>
              <a:t>.</a:t>
            </a:r>
          </a:p>
          <a:p>
            <a:r>
              <a:rPr lang="en-US" altLang="ko-KR" b="1"/>
              <a:t>Dispatch Strategy</a:t>
            </a:r>
            <a:r>
              <a:rPr lang="en-US" altLang="ko-KR"/>
              <a:t>: </a:t>
            </a:r>
            <a:r>
              <a:rPr lang="ko-KR" altLang="en-US"/>
              <a:t>대량의 파티클을 처리하기 위해 파티클 개수에 맞춰 </a:t>
            </a:r>
            <a:r>
              <a:rPr lang="en-US" altLang="ko-KR"/>
              <a:t>Thread Group</a:t>
            </a:r>
            <a:r>
              <a:rPr lang="ko-KR" altLang="en-US"/>
              <a:t>을 최적화하여 호출</a:t>
            </a:r>
            <a:r>
              <a:rPr lang="en-US" altLang="ko-KR"/>
              <a:t>.</a:t>
            </a:r>
          </a:p>
          <a:p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0DBC7-DC95-8B9C-5FC6-18A01CB67F68}"/>
              </a:ext>
            </a:extLst>
          </p:cNvPr>
          <p:cNvSpPr txBox="1"/>
          <p:nvPr/>
        </p:nvSpPr>
        <p:spPr>
          <a:xfrm>
            <a:off x="0" y="2826633"/>
            <a:ext cx="120877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/>
              <a:t>Resource &amp; Rendering Pipeline</a:t>
            </a:r>
          </a:p>
          <a:p>
            <a:pPr>
              <a:buNone/>
            </a:pPr>
            <a:r>
              <a:rPr lang="en-US" altLang="ko-KR"/>
              <a:t>CPU</a:t>
            </a:r>
            <a:r>
              <a:rPr lang="ko-KR" altLang="en-US"/>
              <a:t>는 최소한의 상수 데이터만 갱신하고</a:t>
            </a:r>
            <a:r>
              <a:rPr lang="en-US" altLang="ko-KR"/>
              <a:t>, </a:t>
            </a:r>
            <a:r>
              <a:rPr lang="ko-KR" altLang="en-US"/>
              <a:t>실제 렌더링에 필요한 모든 연산은 </a:t>
            </a:r>
            <a:r>
              <a:rPr lang="en-US" altLang="ko-KR"/>
              <a:t>GPU </a:t>
            </a:r>
            <a:r>
              <a:rPr lang="ko-KR" altLang="en-US"/>
              <a:t>내에서 완결</a:t>
            </a:r>
            <a:r>
              <a:rPr lang="en-US" altLang="ko-KR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/>
              <a:t>Root Signature Design</a:t>
            </a:r>
            <a:r>
              <a:rPr lang="en-US" altLang="ko-KR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/>
              <a:t>UAV (u0)</a:t>
            </a:r>
            <a:r>
              <a:rPr lang="en-US" altLang="ko-KR"/>
              <a:t>: </a:t>
            </a:r>
            <a:r>
              <a:rPr lang="ko-KR" altLang="en-US"/>
              <a:t>파티클 데이터 쓰기</a:t>
            </a:r>
            <a:r>
              <a:rPr lang="en-US" altLang="ko-KR"/>
              <a:t>/</a:t>
            </a:r>
            <a:r>
              <a:rPr lang="ko-KR" altLang="en-US"/>
              <a:t>읽기용 </a:t>
            </a:r>
            <a:r>
              <a:rPr lang="en-US" altLang="ko-KR"/>
              <a:t>(Compute)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/>
              <a:t>SRV (t0)</a:t>
            </a:r>
            <a:r>
              <a:rPr lang="en-US" altLang="ko-KR"/>
              <a:t>: </a:t>
            </a:r>
            <a:r>
              <a:rPr lang="ko-KR" altLang="en-US"/>
              <a:t>업데이트된 데이터를 </a:t>
            </a:r>
            <a:r>
              <a:rPr lang="en-US" altLang="ko-KR"/>
              <a:t>Vertex Shader</a:t>
            </a:r>
            <a:r>
              <a:rPr lang="ko-KR" altLang="en-US"/>
              <a:t>에서 참조 </a:t>
            </a:r>
            <a:r>
              <a:rPr lang="en-US" altLang="ko-KR"/>
              <a:t>(Rendering)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/>
              <a:t>CBV (b0, b1)</a:t>
            </a:r>
            <a:r>
              <a:rPr lang="en-US" altLang="ko-KR"/>
              <a:t>: </a:t>
            </a:r>
            <a:r>
              <a:rPr lang="ko-KR" altLang="en-US"/>
              <a:t>시간 데이터</a:t>
            </a:r>
            <a:r>
              <a:rPr lang="en-US" altLang="ko-KR"/>
              <a:t>(</a:t>
            </a:r>
            <a:r>
              <a:rPr lang="en-US" altLang="ko-KR">
                <a:latin typeface="Courier New" panose="02070309020205020404" pitchFamily="49" charset="0"/>
              </a:rPr>
              <a:t>TimeCB</a:t>
            </a:r>
            <a:r>
              <a:rPr lang="en-US" altLang="ko-KR"/>
              <a:t>) </a:t>
            </a:r>
            <a:r>
              <a:rPr lang="ko-KR" altLang="en-US"/>
              <a:t>및 특정 이벤트 데이터</a:t>
            </a:r>
            <a:r>
              <a:rPr lang="en-US" altLang="ko-KR"/>
              <a:t>(</a:t>
            </a:r>
            <a:r>
              <a:rPr lang="en-US" altLang="ko-KR">
                <a:latin typeface="Courier New" panose="02070309020205020404" pitchFamily="49" charset="0"/>
              </a:rPr>
              <a:t>MuzzleCB</a:t>
            </a:r>
            <a:r>
              <a:rPr lang="en-US" altLang="ko-KR"/>
              <a:t>) </a:t>
            </a:r>
            <a:r>
              <a:rPr lang="ko-KR" altLang="en-US"/>
              <a:t>바인딩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/>
              <a:t>Geometry-less Rendering</a:t>
            </a:r>
            <a:r>
              <a:rPr lang="en-US" altLang="ko-KR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/>
              <a:t>별도의 </a:t>
            </a:r>
            <a:r>
              <a:rPr lang="en-US" altLang="ko-KR"/>
              <a:t>Vertex Buffer </a:t>
            </a:r>
            <a:r>
              <a:rPr lang="ko-KR" altLang="en-US"/>
              <a:t>없이 </a:t>
            </a:r>
            <a:r>
              <a:rPr lang="en-US" altLang="ko-KR">
                <a:latin typeface="Courier New" panose="02070309020205020404" pitchFamily="49" charset="0"/>
              </a:rPr>
              <a:t>SV_VertexID</a:t>
            </a:r>
            <a:r>
              <a:rPr lang="ko-KR" altLang="en-US"/>
              <a:t>를 사용하여 셰이더 내부에서 빌보드</a:t>
            </a:r>
            <a:r>
              <a:rPr lang="en-US" altLang="ko-KR"/>
              <a:t>(Billboard) </a:t>
            </a:r>
            <a:r>
              <a:rPr lang="ko-KR" altLang="en-US"/>
              <a:t>정점을 실시간 생성</a:t>
            </a:r>
            <a:r>
              <a:rPr lang="en-US" altLang="ko-KR"/>
              <a:t>.</a:t>
            </a:r>
            <a:r>
              <a:rPr lang="ko-KR" altLang="en-US"/>
              <a:t> </a:t>
            </a:r>
            <a:r>
              <a:rPr lang="en-US" altLang="ko-KR" b="1"/>
              <a:t>Instanced Drawing</a:t>
            </a:r>
            <a:r>
              <a:rPr lang="en-US" altLang="ko-KR"/>
              <a:t>: </a:t>
            </a:r>
            <a:r>
              <a:rPr lang="ko-KR" altLang="en-US"/>
              <a:t>파티클 개수만큼 </a:t>
            </a:r>
            <a:r>
              <a:rPr lang="en-US" altLang="ko-KR">
                <a:latin typeface="Courier New" panose="02070309020205020404" pitchFamily="49" charset="0"/>
              </a:rPr>
              <a:t>DrawInstanced</a:t>
            </a:r>
            <a:r>
              <a:rPr lang="ko-KR" altLang="en-US"/>
              <a:t>를 호출하여 기하학적 메모리 점유율을 최소화</a:t>
            </a:r>
            <a:r>
              <a:rPr lang="en-US" altLang="ko-KR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/>
              <a:t>Visual Optimization</a:t>
            </a:r>
            <a:r>
              <a:rPr lang="en-US" altLang="ko-KR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/>
              <a:t>Additive Blending</a:t>
            </a:r>
            <a:r>
              <a:rPr lang="en-US" altLang="ko-KR"/>
              <a:t>: </a:t>
            </a:r>
            <a:r>
              <a:rPr lang="ko-KR" altLang="en-US"/>
              <a:t>빛의 중첩 표현을 위해 가산 혼합 적용</a:t>
            </a:r>
            <a:r>
              <a:rPr lang="en-US" altLang="ko-KR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/>
              <a:t>Depth Stencil</a:t>
            </a:r>
            <a:r>
              <a:rPr lang="en-US" altLang="ko-KR"/>
              <a:t>: </a:t>
            </a:r>
            <a:r>
              <a:rPr lang="ko-KR" altLang="en-US"/>
              <a:t>파티클 간의 불필요한 가림을 방지하고 부드러운 합성을 위해 </a:t>
            </a:r>
            <a:r>
              <a:rPr lang="en-US" altLang="ko-KR">
                <a:latin typeface="Courier New" panose="02070309020205020404" pitchFamily="49" charset="0"/>
              </a:rPr>
              <a:t>DepthWrite</a:t>
            </a:r>
            <a:r>
              <a:rPr lang="ko-KR" altLang="en-US"/>
              <a:t>를 비활성화</a:t>
            </a:r>
            <a:r>
              <a:rPr lang="en-US" altLang="ko-KR"/>
              <a:t>(</a:t>
            </a:r>
            <a:r>
              <a:rPr lang="en-US" altLang="ko-KR">
                <a:latin typeface="Courier New" panose="02070309020205020404" pitchFamily="49" charset="0"/>
              </a:rPr>
              <a:t>ZERO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371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실행의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1429</Words>
  <Application>Microsoft Office PowerPoint</Application>
  <PresentationFormat>와이드스크린</PresentationFormat>
  <Paragraphs>202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맑은 고딕</vt:lpstr>
      <vt:lpstr>Arial</vt:lpstr>
      <vt:lpstr>Courier New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임동건(2021182032)</cp:lastModifiedBy>
  <cp:revision>15</cp:revision>
  <dcterms:created xsi:type="dcterms:W3CDTF">2026-03-06T12:08:56Z</dcterms:created>
  <dcterms:modified xsi:type="dcterms:W3CDTF">2026-03-16T10:49:07Z</dcterms:modified>
</cp:coreProperties>
</file>