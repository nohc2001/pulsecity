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86" r:id="rId21"/>
    <p:sldId id="275" r:id="rId22"/>
    <p:sldId id="276" r:id="rId23"/>
    <p:sldId id="262" r:id="rId24"/>
    <p:sldId id="259" r:id="rId25"/>
    <p:sldId id="260" r:id="rId26"/>
    <p:sldId id="278" r:id="rId27"/>
    <p:sldId id="283" r:id="rId28"/>
    <p:sldId id="279" r:id="rId29"/>
    <p:sldId id="284" r:id="rId30"/>
    <p:sldId id="285" r:id="rId31"/>
    <p:sldId id="281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9F4E73-0AEA-7FF5-52FF-5457F6EED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53178C-91E5-5D4C-CAA8-062A4AAB8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52C38-2A74-3DBD-C1D7-02ABBF5D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674CD-85BE-303B-4583-A1C457606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C368F-C738-A21E-D418-C142FFEF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4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" Target="slide8.xml"/><Relationship Id="rId7" Type="http://schemas.openxmlformats.org/officeDocument/2006/relationships/image" Target="../media/image7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5" Type="http://schemas.openxmlformats.org/officeDocument/2006/relationships/image" Target="../media/image7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.png"/><Relationship Id="rId7" Type="http://schemas.openxmlformats.org/officeDocument/2006/relationships/slide" Target="slide7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60.png"/><Relationship Id="rId18" Type="http://schemas.openxmlformats.org/officeDocument/2006/relationships/slide" Target="slide14.xml"/><Relationship Id="rId26" Type="http://schemas.openxmlformats.org/officeDocument/2006/relationships/image" Target="../media/image21.png"/><Relationship Id="rId3" Type="http://schemas.openxmlformats.org/officeDocument/2006/relationships/slide" Target="slide9.xml"/><Relationship Id="rId21" Type="http://schemas.openxmlformats.org/officeDocument/2006/relationships/slide" Target="slide15.xml"/><Relationship Id="rId7" Type="http://schemas.openxmlformats.org/officeDocument/2006/relationships/image" Target="../media/image140.png"/><Relationship Id="rId12" Type="http://schemas.openxmlformats.org/officeDocument/2006/relationships/slide" Target="slide12.xml"/><Relationship Id="rId17" Type="http://schemas.openxmlformats.org/officeDocument/2006/relationships/image" Target="../media/image18.png"/><Relationship Id="rId25" Type="http://schemas.openxmlformats.org/officeDocument/2006/relationships/image" Target="../media/image20.png"/><Relationship Id="rId2" Type="http://schemas.openxmlformats.org/officeDocument/2006/relationships/image" Target="../media/image13.png"/><Relationship Id="rId16" Type="http://schemas.openxmlformats.org/officeDocument/2006/relationships/image" Target="../media/image17.png"/><Relationship Id="rId20" Type="http://schemas.openxmlformats.org/officeDocument/2006/relationships/image" Target="../media/image19.png"/><Relationship Id="rId29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11" Type="http://schemas.openxmlformats.org/officeDocument/2006/relationships/image" Target="../media/image16.png"/><Relationship Id="rId24" Type="http://schemas.openxmlformats.org/officeDocument/2006/relationships/slide" Target="slide16.xml"/><Relationship Id="rId5" Type="http://schemas.openxmlformats.org/officeDocument/2006/relationships/image" Target="../media/image14.png"/><Relationship Id="rId15" Type="http://schemas.openxmlformats.org/officeDocument/2006/relationships/slide" Target="slide13.xml"/><Relationship Id="rId23" Type="http://schemas.openxmlformats.org/officeDocument/2006/relationships/image" Target="../media/image20.png"/><Relationship Id="rId28" Type="http://schemas.openxmlformats.org/officeDocument/2006/relationships/image" Target="../media/image21.png"/><Relationship Id="rId10" Type="http://schemas.openxmlformats.org/officeDocument/2006/relationships/image" Target="../media/image15.png"/><Relationship Id="rId19" Type="http://schemas.openxmlformats.org/officeDocument/2006/relationships/image" Target="../media/image18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1.xml"/><Relationship Id="rId14" Type="http://schemas.openxmlformats.org/officeDocument/2006/relationships/image" Target="../media/image17.png"/><Relationship Id="rId22" Type="http://schemas.openxmlformats.org/officeDocument/2006/relationships/image" Target="../media/image19.png"/><Relationship Id="rId27" Type="http://schemas.openxmlformats.org/officeDocument/2006/relationships/slide" Target="slide17.xml"/><Relationship Id="rId30" Type="http://schemas.openxmlformats.org/officeDocument/2006/relationships/slide" Target="slide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" Target="slide21.xml"/><Relationship Id="rId7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7" Type="http://schemas.openxmlformats.org/officeDocument/2006/relationships/image" Target="../media/image27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28.png"/><Relationship Id="rId4" Type="http://schemas.openxmlformats.org/officeDocument/2006/relationships/image" Target="../media/image2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0" y="868680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동건아 이거 </a:t>
            </a:r>
            <a:r>
              <a:rPr lang="ko-KR" altLang="en-US" dirty="0" err="1"/>
              <a:t>적어주셈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2989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1224</Words>
  <Application>Microsoft Office PowerPoint</Application>
  <PresentationFormat>와이드스크린</PresentationFormat>
  <Paragraphs>187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4" baseType="lpstr">
      <vt:lpstr>맑은 고딕</vt:lpstr>
      <vt:lpstr>Arial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13</cp:revision>
  <dcterms:created xsi:type="dcterms:W3CDTF">2026-03-06T12:08:56Z</dcterms:created>
  <dcterms:modified xsi:type="dcterms:W3CDTF">2026-03-07T09:09:17Z</dcterms:modified>
</cp:coreProperties>
</file>