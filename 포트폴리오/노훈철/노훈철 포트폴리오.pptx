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6" r:id="rId3"/>
    <p:sldId id="257" r:id="rId4"/>
    <p:sldId id="258" r:id="rId5"/>
    <p:sldId id="275" r:id="rId6"/>
    <p:sldId id="259" r:id="rId7"/>
    <p:sldId id="277" r:id="rId8"/>
    <p:sldId id="260" r:id="rId9"/>
    <p:sldId id="261" r:id="rId10"/>
    <p:sldId id="262" r:id="rId11"/>
    <p:sldId id="267" r:id="rId12"/>
    <p:sldId id="263" r:id="rId13"/>
    <p:sldId id="268" r:id="rId14"/>
    <p:sldId id="264" r:id="rId15"/>
    <p:sldId id="265" r:id="rId16"/>
    <p:sldId id="266" r:id="rId17"/>
    <p:sldId id="269" r:id="rId18"/>
    <p:sldId id="270" r:id="rId19"/>
    <p:sldId id="273" r:id="rId20"/>
    <p:sldId id="274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728B-280E-4D26-BDBC-ECF6F5D07DAF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37EFF-673F-41F3-AB98-855B3A9825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002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C1C69-B3CA-AD84-2C61-16F89D910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E994F5-3265-C602-4319-F4BDE4CBF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ACB83-15BA-6C74-5744-2DBCA58F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6C41C3-9BB5-493A-EB68-2AD8BB078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BFB979-FB05-93D1-8133-4F35020C8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59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4340B-DBA7-5766-60EB-DB597C9D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0FC742-9A5D-E3D7-5DFA-3479FC864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E3773-2589-30D6-3546-904A77C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C29026-190C-CDAD-DE9C-1E832F2F4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0E35F3-3E09-363E-1E05-5B6F24B78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007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C2477-7101-E920-3939-F0E5EE139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945EFD-EFBE-72A3-0D23-41EE80CF9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46D24-9F9E-518B-BB23-68F3BF2F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DD0C7F-6378-4CCC-A902-4EADB8B3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76167B-835D-7012-AA01-C54499B9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200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437CF-AC04-F3D4-0114-1BD0F3A32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783F4C-3378-21E4-3134-C7BBA79AF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9D6347-B208-4996-FEB2-4413B10C8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29D06B-10A8-BCBB-33E0-D8BB3CE0C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B9973A-16B8-EE79-1E38-D5E7A764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6D43F4-3D8F-74F3-D732-858204C9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59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2934C-09E0-E494-0072-C5E31FBE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EA2AE6-6D89-786E-6396-896C932B3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F2A896-0A40-242C-F75A-003DEC050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98418C-E2BC-C361-29CE-3CBE834107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0F5626-0A5E-3484-9B9B-D0F944E938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659AAC-ECB9-37B0-FF5D-BB0FF5A34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D56A28-E34A-EA0B-1FF9-A2496E78C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7CF3DDD-B1B2-69DA-E8A1-0303C7F3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72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FCA82-BC18-29BC-1DE8-E255558D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7A9D64-C3AF-391D-391A-72DAA5779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194070-3001-24CA-1326-828CA319B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1D6C85-4B67-D86F-5DFC-3E32B37E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31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86ED65-90D5-BCDF-2A01-FE8D2DEC7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7FF562-AA78-D896-8F16-B5385FD1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EF7DC4-358D-6CBF-AA4A-03BF4882C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71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DA98A-C1E7-9E00-9470-2BDB2B34B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AB5E2F-B7DC-0CEF-01D0-F98D479A1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A0E5A2-432E-04B9-C29E-0A81BF784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F447E6-24DC-17BE-F683-A6C6EF68D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3FF625-87E4-3193-B8F6-81FC023BB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BAFFE1-232F-DE06-9E0A-1F8CA5F5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294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8A8DF-7116-EB81-E085-E5B39939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9687148-6844-F47D-F9EE-4A659B95B6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9B2365-D3B3-385A-DC47-FC7E8BC38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55A41B-2768-7D1B-32F1-551DC4530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A55D96-4899-C9EC-CC6F-6C72155C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18DA1A-6B87-611B-2680-F60E282A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15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04DE4-2931-1678-64C7-5C6EDEE1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802B50-66A9-77CF-F443-8537EC4B7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CAC27B-E4FF-3FEF-3BA8-DFFCC9F2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393B49-75C5-DBFF-18B2-BFC4CB75F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BBAE72-1884-A7B0-1BB4-6336406E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13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937FC3-AE10-6F29-607E-5D8594786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C5294D-02FE-83A2-588A-2B0CC9D4A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8FDB6E-2970-4075-BD87-97C056972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2F47-332D-4D66-97A1-FB8F822F508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BCAA37-F5BC-E052-B8B7-C784EA3B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FA6825-97BA-0A94-7573-98931A8B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301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598ECD-6140-1A71-A275-0BED705D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AE03E1-FECE-B35E-B5DF-FA120EC2F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99D8E-E248-5073-6880-D474AEFC2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32F47-332D-4D66-97A1-FB8F822F5083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2FE860-2E63-8438-B8F6-909F6C7710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7F97FC-24A2-634F-E48B-D2D6099C0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02FB1-CB1C-4218-A50C-AB083AC0FC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50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youtu.be/kb8ucLNXPk4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jFfL6iibssVuoxZ-uO_7KU551bWSrDeT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XZY9EVAGHlk?si=QXp5YU6lOEM0dtPO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nohc2001.itch.io/inversepropor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9U4Zoagd_40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nohc2001.itch.io/godchoice" TargetMode="External"/><Relationship Id="rId2" Type="http://schemas.openxmlformats.org/officeDocument/2006/relationships/hyperlink" Target="https://youtu.be/qeZcDBkHkvw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s://www.youtube.com/watch?v=9U4Zoagd_4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70E6EF-EBBD-9857-71B1-70EE06D76A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게임 개발자 포트폴리오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AE12C4-9EF1-7A12-C3C1-9AA1905FDE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ko-KR" altLang="en-US"/>
              <a:t>노훈철</a:t>
            </a:r>
            <a:endParaRPr lang="en-US" altLang="ko-KR"/>
          </a:p>
          <a:p>
            <a:pPr algn="l"/>
            <a:r>
              <a:rPr lang="en-US" altLang="ko-KR"/>
              <a:t>Tel. 010 - 2365 - 6395</a:t>
            </a:r>
          </a:p>
          <a:p>
            <a:pPr algn="l"/>
            <a:r>
              <a:rPr lang="en-US" altLang="ko-KR"/>
              <a:t>Email : nohc2001@naver.com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A15A5-00FF-8A04-B91A-1FEAF6EF23BF}"/>
              </a:ext>
            </a:extLst>
          </p:cNvPr>
          <p:cNvSpPr txBox="1"/>
          <p:nvPr/>
        </p:nvSpPr>
        <p:spPr>
          <a:xfrm>
            <a:off x="92365" y="6253017"/>
            <a:ext cx="5317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본 문서의 저작자는 </a:t>
            </a:r>
            <a:endParaRPr lang="en-US" altLang="ko-KR" sz="1400" dirty="0"/>
          </a:p>
          <a:p>
            <a:r>
              <a:rPr lang="en-US" altLang="ko-KR" sz="1400" dirty="0"/>
              <a:t>AI</a:t>
            </a:r>
            <a:r>
              <a:rPr lang="ko-KR" altLang="en-US" sz="1400" dirty="0"/>
              <a:t>를 통해 해당 문서를 읽거나 </a:t>
            </a:r>
            <a:r>
              <a:rPr lang="ko-KR" altLang="en-US" sz="1400" dirty="0" err="1"/>
              <a:t>학습하는것을</a:t>
            </a:r>
            <a:r>
              <a:rPr lang="ko-KR" altLang="en-US" sz="1400" dirty="0"/>
              <a:t> 금지하고 있습니다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93949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D6B3B-B109-9C32-F999-9819ABB56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098E-40EA-B32C-1F87-49DE8650D89E}"/>
              </a:ext>
            </a:extLst>
          </p:cNvPr>
          <p:cNvSpPr txBox="1"/>
          <p:nvPr/>
        </p:nvSpPr>
        <p:spPr>
          <a:xfrm>
            <a:off x="838200" y="4704755"/>
            <a:ext cx="2600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노훈철</a:t>
            </a:r>
            <a:r>
              <a:rPr lang="en-US" altLang="ko-KR"/>
              <a:t> / No hun Cheul</a:t>
            </a:r>
          </a:p>
          <a:p>
            <a:r>
              <a:rPr lang="ko-KR" altLang="en-US"/>
              <a:t>예술가</a:t>
            </a:r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BB018-E809-3420-1891-06AB68C4CE01}"/>
              </a:ext>
            </a:extLst>
          </p:cNvPr>
          <p:cNvSpPr txBox="1"/>
          <p:nvPr/>
        </p:nvSpPr>
        <p:spPr>
          <a:xfrm>
            <a:off x="4705350" y="1506022"/>
            <a:ext cx="588815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생년월일</a:t>
            </a:r>
            <a:r>
              <a:rPr lang="en-US" altLang="ko-KR" dirty="0"/>
              <a:t>	2001.06.18</a:t>
            </a:r>
          </a:p>
          <a:p>
            <a:r>
              <a:rPr lang="ko-KR" altLang="en-US" b="1" dirty="0"/>
              <a:t>연락처</a:t>
            </a:r>
            <a:r>
              <a:rPr lang="en-US" altLang="ko-KR" dirty="0"/>
              <a:t>		010-2365-6395</a:t>
            </a:r>
          </a:p>
          <a:p>
            <a:r>
              <a:rPr lang="ko-KR" altLang="en-US" b="1" dirty="0"/>
              <a:t>메일</a:t>
            </a:r>
            <a:r>
              <a:rPr lang="en-US" altLang="ko-KR" dirty="0"/>
              <a:t>		nohc2001@naver.com</a:t>
            </a:r>
          </a:p>
          <a:p>
            <a:r>
              <a:rPr lang="ko-KR" altLang="en-US" b="1" dirty="0"/>
              <a:t>주소</a:t>
            </a:r>
            <a:r>
              <a:rPr lang="en-US" altLang="ko-KR" dirty="0"/>
              <a:t>		</a:t>
            </a:r>
            <a:r>
              <a:rPr lang="ko-KR" altLang="en-US" dirty="0"/>
              <a:t>대전광역시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최종학력</a:t>
            </a:r>
            <a:endParaRPr lang="en-US" altLang="ko-KR" b="1" dirty="0"/>
          </a:p>
          <a:p>
            <a:r>
              <a:rPr lang="en-US" altLang="ko-KR" dirty="0"/>
              <a:t>2020.02		</a:t>
            </a:r>
            <a:r>
              <a:rPr lang="ko-KR" altLang="en-US" dirty="0"/>
              <a:t>대전광역시 </a:t>
            </a:r>
            <a:r>
              <a:rPr lang="ko-KR" altLang="en-US" dirty="0" err="1"/>
              <a:t>노은고등학교</a:t>
            </a:r>
            <a:r>
              <a:rPr lang="ko-KR" altLang="en-US" dirty="0"/>
              <a:t> 졸업</a:t>
            </a:r>
            <a:endParaRPr lang="en-US" altLang="ko-KR" dirty="0"/>
          </a:p>
          <a:p>
            <a:r>
              <a:rPr lang="en-US" altLang="ko-KR" dirty="0"/>
              <a:t>2027.02		</a:t>
            </a:r>
            <a:r>
              <a:rPr lang="ko-KR" altLang="en-US" dirty="0"/>
              <a:t>한국공학대학교 게임공학과 졸업예정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E398A3-578C-D7A7-9CAD-5388A5A71592}"/>
              </a:ext>
            </a:extLst>
          </p:cNvPr>
          <p:cNvSpPr txBox="1"/>
          <p:nvPr/>
        </p:nvSpPr>
        <p:spPr>
          <a:xfrm>
            <a:off x="4705350" y="4012257"/>
            <a:ext cx="176144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기술</a:t>
            </a:r>
            <a:endParaRPr lang="en-US" altLang="ko-KR" dirty="0"/>
          </a:p>
          <a:p>
            <a:r>
              <a:rPr lang="en-US" altLang="ko-KR" sz="1200"/>
              <a:t>C / C</a:t>
            </a:r>
            <a:r>
              <a:rPr lang="en-US" altLang="ko-KR" sz="1200" dirty="0"/>
              <a:t>++20</a:t>
            </a:r>
          </a:p>
          <a:p>
            <a:r>
              <a:rPr lang="en-US" altLang="ko-KR" sz="1200"/>
              <a:t>Unity / C</a:t>
            </a:r>
            <a:r>
              <a:rPr lang="en-US" altLang="ko-KR" sz="1200" dirty="0"/>
              <a:t>#</a:t>
            </a:r>
          </a:p>
          <a:p>
            <a:r>
              <a:rPr lang="en-US" altLang="ko-KR" sz="1200"/>
              <a:t>DirectX12 / PIX / HLSL</a:t>
            </a:r>
          </a:p>
          <a:p>
            <a:r>
              <a:rPr lang="en-US" altLang="ko-KR" sz="1200"/>
              <a:t>OpenGL / GLSL</a:t>
            </a:r>
            <a:endParaRPr lang="en-US" altLang="ko-KR" sz="1200" dirty="0"/>
          </a:p>
          <a:p>
            <a:r>
              <a:rPr lang="en-US" altLang="ko-KR" sz="1200" dirty="0"/>
              <a:t>Socket Programming</a:t>
            </a:r>
          </a:p>
          <a:p>
            <a:r>
              <a:rPr lang="en-US" altLang="ko-KR" sz="1200" dirty="0"/>
              <a:t>FL Studio/</a:t>
            </a:r>
            <a:r>
              <a:rPr lang="en-US" altLang="ko-KR" sz="1200" dirty="0" err="1"/>
              <a:t>Auducity</a:t>
            </a:r>
            <a:endParaRPr lang="en-US" altLang="ko-KR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84BF7A-1CA5-2007-79B8-372444D1CB53}"/>
              </a:ext>
            </a:extLst>
          </p:cNvPr>
          <p:cNvSpPr txBox="1"/>
          <p:nvPr/>
        </p:nvSpPr>
        <p:spPr>
          <a:xfrm>
            <a:off x="7266413" y="4012257"/>
            <a:ext cx="331193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수상</a:t>
            </a:r>
            <a:endParaRPr lang="en-US" altLang="ko-KR" dirty="0"/>
          </a:p>
          <a:p>
            <a:r>
              <a:rPr lang="en-US" altLang="ko-KR" sz="1400" dirty="0"/>
              <a:t>2022 </a:t>
            </a:r>
            <a:r>
              <a:rPr lang="ko-KR" altLang="en-US" sz="1400" dirty="0"/>
              <a:t>한국공학대학교 </a:t>
            </a:r>
            <a:r>
              <a:rPr lang="ko-KR" altLang="en-US" sz="1400" dirty="0" err="1"/>
              <a:t>과제전</a:t>
            </a:r>
            <a:r>
              <a:rPr lang="ko-KR" altLang="en-US" sz="1400" dirty="0"/>
              <a:t> 준우승</a:t>
            </a:r>
            <a:endParaRPr lang="en-US" altLang="ko-KR" sz="1400" dirty="0"/>
          </a:p>
          <a:p>
            <a:r>
              <a:rPr lang="en-US" altLang="ko-KR" sz="1400" dirty="0"/>
              <a:t>(</a:t>
            </a:r>
            <a:r>
              <a:rPr lang="ko-KR" altLang="en-US" sz="1400" dirty="0"/>
              <a:t>윈도우 프로그래밍 기말과제 </a:t>
            </a:r>
            <a:r>
              <a:rPr lang="en-US" altLang="ko-KR" sz="1400" dirty="0" err="1"/>
              <a:t>Otornait</a:t>
            </a:r>
            <a:r>
              <a:rPr lang="en-US" altLang="ko-KR" sz="1400" dirty="0"/>
              <a:t>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65385B2-6002-DFD3-F901-13F392492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34" y="1573081"/>
            <a:ext cx="2426080" cy="287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4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3F099-0824-2A1E-8299-9505B059E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9B868-4E8C-B7A1-0686-4DD2F1A6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351"/>
            <a:ext cx="10515600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/>
              <a:t>1. </a:t>
            </a:r>
            <a:r>
              <a:rPr lang="ko-KR" altLang="en-US" sz="2400" b="1"/>
              <a:t>개발</a:t>
            </a:r>
            <a:endParaRPr lang="en-US" altLang="ko-KR" sz="2400" b="1"/>
          </a:p>
          <a:p>
            <a:pPr marL="0" indent="0">
              <a:buNone/>
            </a:pPr>
            <a:r>
              <a:rPr lang="en-US" altLang="ko-KR" sz="2000"/>
              <a:t>	1. PulseCity (</a:t>
            </a:r>
            <a:r>
              <a:rPr lang="ko-KR" altLang="en-US" sz="2000"/>
              <a:t>게임공학과 졸업작품</a:t>
            </a:r>
            <a:r>
              <a:rPr lang="en-US" altLang="ko-KR" sz="2000"/>
              <a:t>)</a:t>
            </a:r>
          </a:p>
          <a:p>
            <a:pPr marL="0" indent="0">
              <a:buNone/>
            </a:pPr>
            <a:r>
              <a:rPr lang="en-US" altLang="ko-KR" sz="2000"/>
              <a:t>	2. Otornait (</a:t>
            </a:r>
            <a:r>
              <a:rPr lang="ko-KR" altLang="en-US" sz="2000"/>
              <a:t>윈도우 프로그래밍 기말과제</a:t>
            </a:r>
            <a:r>
              <a:rPr lang="en-US" altLang="ko-KR" sz="2000"/>
              <a:t>, </a:t>
            </a:r>
            <a:r>
              <a:rPr lang="ko-KR" altLang="en-US" sz="2000"/>
              <a:t>교내 과제전 </a:t>
            </a:r>
            <a:r>
              <a:rPr lang="en-US" altLang="ko-KR" sz="2000"/>
              <a:t>2</a:t>
            </a:r>
            <a:r>
              <a:rPr lang="ko-KR" altLang="en-US" sz="2000"/>
              <a:t>등 수상</a:t>
            </a:r>
            <a:r>
              <a:rPr lang="en-US" altLang="ko-KR" sz="2000"/>
              <a:t>)</a:t>
            </a:r>
          </a:p>
          <a:p>
            <a:pPr marL="0" indent="0">
              <a:buNone/>
            </a:pPr>
            <a:r>
              <a:rPr lang="en-US" altLang="ko-KR" sz="2000"/>
              <a:t>	3. </a:t>
            </a:r>
            <a:r>
              <a:rPr lang="ko-KR" altLang="en-US" sz="2000"/>
              <a:t>그래픽스 기말과제 </a:t>
            </a:r>
            <a:r>
              <a:rPr lang="en-US" altLang="ko-KR" sz="2000"/>
              <a:t>(</a:t>
            </a:r>
            <a:r>
              <a:rPr lang="ko-KR" altLang="en-US" sz="2000"/>
              <a:t>게임그래픽스 기말과제</a:t>
            </a:r>
            <a:r>
              <a:rPr lang="en-US" altLang="ko-KR" sz="2000"/>
              <a:t>)</a:t>
            </a:r>
          </a:p>
          <a:p>
            <a:pPr marL="0" indent="0">
              <a:buNone/>
            </a:pPr>
            <a:r>
              <a:rPr lang="en-US" altLang="ko-KR" sz="2400" b="1"/>
              <a:t>2. </a:t>
            </a:r>
            <a:r>
              <a:rPr lang="ko-KR" altLang="en-US" sz="2400" b="1"/>
              <a:t>기획</a:t>
            </a:r>
            <a:endParaRPr lang="en-US" altLang="ko-KR" sz="2400" b="1"/>
          </a:p>
          <a:p>
            <a:pPr marL="0" indent="0">
              <a:buNone/>
            </a:pPr>
            <a:r>
              <a:rPr lang="en-US" altLang="ko-KR" sz="2000"/>
              <a:t>	1. GMTK </a:t>
            </a:r>
            <a:r>
              <a:rPr lang="ko-KR" altLang="en-US" sz="2000"/>
              <a:t>게임잼 참여</a:t>
            </a:r>
            <a:endParaRPr lang="en-US" altLang="ko-KR" sz="2000"/>
          </a:p>
          <a:p>
            <a:pPr marL="0" indent="0">
              <a:buNone/>
            </a:pPr>
            <a:r>
              <a:rPr lang="en-US" altLang="ko-KR" sz="2000"/>
              <a:t>		1. Inverse</a:t>
            </a:r>
            <a:r>
              <a:rPr lang="ko-KR" altLang="en-US" sz="2000"/>
              <a:t> </a:t>
            </a:r>
            <a:r>
              <a:rPr lang="en-US" altLang="ko-KR" sz="2000"/>
              <a:t>Proportion</a:t>
            </a:r>
          </a:p>
          <a:p>
            <a:pPr marL="0" indent="0">
              <a:buNone/>
            </a:pPr>
            <a:r>
              <a:rPr lang="en-US" altLang="ko-KR" sz="2000"/>
              <a:t>		2. God Choice</a:t>
            </a:r>
          </a:p>
          <a:p>
            <a:pPr marL="0" indent="0">
              <a:buNone/>
            </a:pPr>
            <a:r>
              <a:rPr lang="en-US" altLang="ko-KR" sz="200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61130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72D462-C573-C46F-5AD0-83B11613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Pulse</a:t>
            </a:r>
            <a:r>
              <a:rPr lang="ko-KR" altLang="en-US"/>
              <a:t> </a:t>
            </a:r>
            <a:r>
              <a:rPr lang="en-US" altLang="ko-KR"/>
              <a:t>City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6C90E-9845-4D7E-EB24-2910163EAEEC}"/>
              </a:ext>
            </a:extLst>
          </p:cNvPr>
          <p:cNvSpPr txBox="1"/>
          <p:nvPr/>
        </p:nvSpPr>
        <p:spPr>
          <a:xfrm>
            <a:off x="838200" y="1353804"/>
            <a:ext cx="77851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프로젝트 이름 </a:t>
            </a:r>
            <a:r>
              <a:rPr lang="en-US" altLang="ko-KR" sz="1600" b="1" dirty="0"/>
              <a:t>: Pulse City</a:t>
            </a:r>
          </a:p>
          <a:p>
            <a:r>
              <a:rPr lang="ko-KR" altLang="en-US" sz="1600" b="1" dirty="0"/>
              <a:t>장르 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멀티플레이 </a:t>
            </a:r>
            <a:r>
              <a:rPr lang="en-US" altLang="ko-KR" sz="1600" b="1" dirty="0"/>
              <a:t>FPS RPG</a:t>
            </a:r>
          </a:p>
          <a:p>
            <a:r>
              <a:rPr lang="ko-KR" altLang="en-US" sz="1600" b="1" dirty="0"/>
              <a:t>개발인원 </a:t>
            </a:r>
            <a:r>
              <a:rPr lang="en-US" altLang="ko-KR" sz="1600" b="1" dirty="0"/>
              <a:t>: 3</a:t>
            </a:r>
            <a:r>
              <a:rPr lang="ko-KR" altLang="en-US" sz="1600" b="1" dirty="0"/>
              <a:t>명 </a:t>
            </a:r>
            <a:r>
              <a:rPr lang="en-US" altLang="ko-KR" sz="1600" b="1" dirty="0"/>
              <a:t>/ </a:t>
            </a:r>
            <a:r>
              <a:rPr lang="ko-KR" altLang="en-US" sz="1600" b="1" dirty="0"/>
              <a:t>개발 기간 </a:t>
            </a:r>
            <a:r>
              <a:rPr lang="en-US" altLang="ko-KR" sz="1600" b="1" dirty="0"/>
              <a:t>(2025-06-12 ~ 2026-06-22)</a:t>
            </a:r>
          </a:p>
          <a:p>
            <a:r>
              <a:rPr lang="ko-KR" altLang="en-US" sz="1600" b="1" dirty="0"/>
              <a:t>개발 환경 </a:t>
            </a:r>
            <a:r>
              <a:rPr lang="en-US" altLang="ko-KR" sz="1600" b="1" dirty="0"/>
              <a:t>: </a:t>
            </a:r>
          </a:p>
          <a:p>
            <a:r>
              <a:rPr lang="en-US" altLang="ko-KR" sz="1600" dirty="0"/>
              <a:t>	</a:t>
            </a:r>
            <a:r>
              <a:rPr lang="en-US" altLang="ko-KR" sz="1200" dirty="0"/>
              <a:t>IDE/Debugger : VisualStudio2022, PIX(GPU</a:t>
            </a:r>
            <a:r>
              <a:rPr lang="ko-KR" altLang="en-US" sz="1200" dirty="0"/>
              <a:t> 디버깅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	Language : C++20</a:t>
            </a:r>
          </a:p>
          <a:p>
            <a:r>
              <a:rPr lang="en-US" altLang="ko-KR" sz="1200" dirty="0"/>
              <a:t>	System API : Windows API, DXGI</a:t>
            </a:r>
          </a:p>
          <a:p>
            <a:r>
              <a:rPr lang="en-US" altLang="ko-KR" sz="1200" dirty="0"/>
              <a:t>	Rendering : DirectX 12 Raster/Raytracing, </a:t>
            </a:r>
            <a:r>
              <a:rPr lang="en-US" altLang="ko-KR" sz="1200" dirty="0" err="1"/>
              <a:t>hlsl</a:t>
            </a:r>
            <a:endParaRPr lang="en-US" altLang="ko-KR" sz="1200" dirty="0"/>
          </a:p>
          <a:p>
            <a:r>
              <a:rPr lang="en-US" altLang="ko-KR" sz="1200" dirty="0"/>
              <a:t>	</a:t>
            </a:r>
            <a:r>
              <a:rPr lang="en-US" altLang="ko-KR" sz="1200" dirty="0" err="1"/>
              <a:t>GameData</a:t>
            </a:r>
            <a:r>
              <a:rPr lang="en-US" altLang="ko-KR" sz="1200" dirty="0"/>
              <a:t> Making : Unity + C#, Blender</a:t>
            </a:r>
          </a:p>
          <a:p>
            <a:r>
              <a:rPr lang="en-US" altLang="ko-KR" sz="1200" dirty="0"/>
              <a:t>	</a:t>
            </a:r>
            <a:r>
              <a:rPr lang="en-US" altLang="ko-KR" sz="1200" dirty="0" err="1"/>
              <a:t>GameData</a:t>
            </a:r>
            <a:r>
              <a:rPr lang="en-US" altLang="ko-KR" sz="1200" dirty="0"/>
              <a:t> Finding : </a:t>
            </a:r>
            <a:r>
              <a:rPr lang="en-US" altLang="ko-KR" sz="1200" dirty="0" err="1"/>
              <a:t>SketchFab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AmbientPBR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cgtrader</a:t>
            </a:r>
            <a:endParaRPr lang="en-US" altLang="ko-KR" sz="1200" dirty="0"/>
          </a:p>
          <a:p>
            <a:r>
              <a:rPr lang="en-US" altLang="ko-KR" sz="1200" dirty="0"/>
              <a:t>	TTF</a:t>
            </a:r>
            <a:r>
              <a:rPr lang="ko-KR" altLang="en-US" sz="1200" dirty="0"/>
              <a:t> </a:t>
            </a:r>
            <a:r>
              <a:rPr lang="en-US" altLang="ko-KR" sz="1200" dirty="0"/>
              <a:t>Parsing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 err="1"/>
              <a:t>ttfParser.h</a:t>
            </a:r>
            <a:r>
              <a:rPr lang="en-US" altLang="ko-KR" sz="1200" dirty="0"/>
              <a:t> (https://github.com/kv01/ttf-parser)</a:t>
            </a:r>
          </a:p>
          <a:p>
            <a:r>
              <a:rPr lang="en-US" altLang="ko-KR" sz="1200" dirty="0"/>
              <a:t>	Sound : Window WASAPI</a:t>
            </a:r>
          </a:p>
          <a:p>
            <a:r>
              <a:rPr lang="en-US" altLang="ko-KR" sz="1200" dirty="0"/>
              <a:t>	AI </a:t>
            </a:r>
            <a:r>
              <a:rPr lang="ko-KR" altLang="en-US" sz="1200" dirty="0"/>
              <a:t>활용 </a:t>
            </a:r>
            <a:r>
              <a:rPr lang="en-US" altLang="ko-KR" sz="1200" dirty="0"/>
              <a:t>: Microsoft </a:t>
            </a:r>
            <a:r>
              <a:rPr lang="en-US" altLang="ko-KR" sz="1200" dirty="0" err="1"/>
              <a:t>Copliot</a:t>
            </a:r>
            <a:r>
              <a:rPr lang="en-US" altLang="ko-KR" sz="1200" dirty="0"/>
              <a:t> + Gemini 4.5</a:t>
            </a:r>
          </a:p>
          <a:p>
            <a:r>
              <a:rPr lang="en-US" altLang="ko-KR" sz="1600" dirty="0"/>
              <a:t>	</a:t>
            </a:r>
          </a:p>
          <a:p>
            <a:r>
              <a:rPr lang="ko-KR" altLang="en-US" sz="1600" b="1"/>
              <a:t>당담 역할 </a:t>
            </a:r>
            <a:r>
              <a:rPr lang="en-US" altLang="ko-KR" sz="1600" b="1"/>
              <a:t>: </a:t>
            </a:r>
            <a:endParaRPr lang="en-US" altLang="ko-KR" sz="1600" b="1" dirty="0"/>
          </a:p>
          <a:p>
            <a:r>
              <a:rPr lang="en-US" altLang="ko-KR" sz="1400" dirty="0"/>
              <a:t>	</a:t>
            </a:r>
            <a:r>
              <a:rPr lang="en-US" altLang="ko-KR" sz="1200" dirty="0"/>
              <a:t>1. </a:t>
            </a:r>
            <a:r>
              <a:rPr lang="ko-KR" altLang="en-US" sz="1200" dirty="0"/>
              <a:t>유니티 바이너리 </a:t>
            </a:r>
            <a:r>
              <a:rPr lang="ko-KR" altLang="en-US" sz="1200" dirty="0" err="1"/>
              <a:t>익스포터</a:t>
            </a:r>
            <a:r>
              <a:rPr lang="ko-KR" altLang="en-US" sz="1200" dirty="0"/>
              <a:t> 제작</a:t>
            </a:r>
            <a:endParaRPr lang="en-US" altLang="ko-KR" sz="1200" dirty="0"/>
          </a:p>
          <a:p>
            <a:r>
              <a:rPr lang="en-US" altLang="ko-KR" sz="1200" dirty="0"/>
              <a:t>	2. </a:t>
            </a:r>
            <a:r>
              <a:rPr lang="ko-KR" altLang="en-US" sz="1200" dirty="0"/>
              <a:t>서버 프레임워크 제작</a:t>
            </a:r>
            <a:endParaRPr lang="en-US" altLang="ko-KR" sz="1200" dirty="0"/>
          </a:p>
          <a:p>
            <a:r>
              <a:rPr lang="en-US" altLang="ko-KR" sz="1200" dirty="0"/>
              <a:t>	3. </a:t>
            </a:r>
            <a:r>
              <a:rPr lang="ko-KR" altLang="en-US" sz="1200" dirty="0"/>
              <a:t>게임 프레임워크 제작</a:t>
            </a:r>
            <a:endParaRPr lang="en-US" altLang="ko-KR" sz="1200" dirty="0"/>
          </a:p>
          <a:p>
            <a:r>
              <a:rPr lang="en-US" altLang="ko-KR" sz="1200" dirty="0"/>
              <a:t>	4. </a:t>
            </a:r>
            <a:r>
              <a:rPr lang="ko-KR" altLang="en-US" sz="1200" dirty="0"/>
              <a:t>렌더링 파이프라인 제작</a:t>
            </a:r>
            <a:endParaRPr lang="en-US" altLang="ko-KR" sz="1200" dirty="0"/>
          </a:p>
          <a:p>
            <a:r>
              <a:rPr lang="en-US" altLang="ko-KR" sz="1200" dirty="0"/>
              <a:t>	5. </a:t>
            </a:r>
            <a:r>
              <a:rPr lang="ko-KR" altLang="en-US" sz="1200" dirty="0" err="1"/>
              <a:t>레이트레이싱</a:t>
            </a:r>
            <a:r>
              <a:rPr lang="ko-KR" altLang="en-US" sz="1200" dirty="0"/>
              <a:t> 구현</a:t>
            </a:r>
            <a:endParaRPr lang="en-US" altLang="ko-KR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605F4-3198-5900-9408-3A8C1ED8B521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개발영역</a:t>
            </a:r>
            <a:endParaRPr lang="en-US" altLang="ko-KR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60205-0536-AD37-4A7D-64B3F0096577}"/>
              </a:ext>
            </a:extLst>
          </p:cNvPr>
          <p:cNvSpPr txBox="1"/>
          <p:nvPr/>
        </p:nvSpPr>
        <p:spPr>
          <a:xfrm>
            <a:off x="8289636" y="852522"/>
            <a:ext cx="35421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플레이 및 소개영상</a:t>
            </a:r>
            <a:r>
              <a:rPr lang="en-US" altLang="ko-KR">
                <a:hlinkClick r:id="rId2"/>
              </a:rPr>
              <a:t>https://youtu.be/kb8ucLNXPk4</a:t>
            </a:r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83E5F-29E1-B8DD-7B3E-8657D767B177}"/>
              </a:ext>
            </a:extLst>
          </p:cNvPr>
          <p:cNvSpPr txBox="1"/>
          <p:nvPr/>
        </p:nvSpPr>
        <p:spPr>
          <a:xfrm>
            <a:off x="7039818" y="2494701"/>
            <a:ext cx="505311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가로등의 </a:t>
            </a:r>
            <a:r>
              <a:rPr lang="ko-KR" altLang="en-US" sz="900" dirty="0" err="1">
                <a:solidFill>
                  <a:srgbClr val="FF0000"/>
                </a:solidFill>
              </a:rPr>
              <a:t>욱일기</a:t>
            </a:r>
            <a:r>
              <a:rPr lang="ko-KR" altLang="en-US" sz="900" dirty="0">
                <a:solidFill>
                  <a:srgbClr val="FF0000"/>
                </a:solidFill>
              </a:rPr>
              <a:t> 그림자는 좀 수정할 것</a:t>
            </a:r>
            <a:r>
              <a:rPr lang="en-US" altLang="ko-KR" sz="900" dirty="0">
                <a:solidFill>
                  <a:srgbClr val="FF0000"/>
                </a:solidFill>
              </a:rPr>
              <a:t>, (</a:t>
            </a:r>
            <a:r>
              <a:rPr lang="ko-KR" altLang="en-US" sz="900" dirty="0">
                <a:solidFill>
                  <a:srgbClr val="FF0000"/>
                </a:solidFill>
              </a:rPr>
              <a:t>대낮에 가로등 그림자가 그렇게 진하면 안됨</a:t>
            </a:r>
            <a:r>
              <a:rPr lang="en-US" altLang="ko-KR" sz="9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900" dirty="0">
                <a:solidFill>
                  <a:srgbClr val="FF0000"/>
                </a:solidFill>
              </a:rPr>
              <a:t>그림자 안쪽은 아예 아무런 </a:t>
            </a:r>
            <a:r>
              <a:rPr lang="en-US" altLang="ko-KR" sz="900" dirty="0">
                <a:solidFill>
                  <a:srgbClr val="FF0000"/>
                </a:solidFill>
              </a:rPr>
              <a:t>shading </a:t>
            </a:r>
            <a:r>
              <a:rPr lang="ko-KR" altLang="en-US" sz="900" dirty="0">
                <a:solidFill>
                  <a:srgbClr val="FF0000"/>
                </a:solidFill>
              </a:rPr>
              <a:t>이 먹지 않는 버그가 있음</a:t>
            </a:r>
            <a:r>
              <a:rPr lang="en-US" altLang="ko-KR" sz="9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B49A24-0D4F-F98A-DA94-8F08BF7D4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151" y="2976998"/>
            <a:ext cx="5376785" cy="299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28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8B3E7-174D-CFEB-5F2F-D65D929A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8043D-DF74-8837-1C6F-B5967FBC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AI </a:t>
            </a:r>
            <a:r>
              <a:rPr lang="ko-KR" altLang="en-US"/>
              <a:t>사용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78876BC-2B09-B31F-F064-2BD54468585D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C9594-A949-4D67-4957-148634FEB8A0}"/>
              </a:ext>
            </a:extLst>
          </p:cNvPr>
          <p:cNvSpPr txBox="1"/>
          <p:nvPr/>
        </p:nvSpPr>
        <p:spPr>
          <a:xfrm>
            <a:off x="838201" y="1550864"/>
            <a:ext cx="4826750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AI </a:t>
            </a:r>
            <a:r>
              <a:rPr lang="ko-KR" altLang="en-US" b="1" dirty="0"/>
              <a:t>사용 코드</a:t>
            </a:r>
            <a:endParaRPr lang="en-US" altLang="ko-KR" b="1" dirty="0"/>
          </a:p>
          <a:p>
            <a:pPr marL="228600" indent="-228600">
              <a:buAutoNum type="arabicPeriod"/>
            </a:pPr>
            <a:r>
              <a:rPr lang="en-US" altLang="ko-KR" sz="1400" b="1" dirty="0"/>
              <a:t>Microsoft Copilot</a:t>
            </a:r>
          </a:p>
          <a:p>
            <a:r>
              <a:rPr lang="en-US" altLang="ko-KR" sz="1100" dirty="0"/>
              <a:t>  </a:t>
            </a:r>
            <a:r>
              <a:rPr lang="ko-KR" altLang="en-US" sz="1100" dirty="0"/>
              <a:t>모니터 해상도 판독 코드</a:t>
            </a:r>
            <a:r>
              <a:rPr lang="en-US" altLang="ko-KR" sz="1100" dirty="0"/>
              <a:t>, DXGI_FORMAT</a:t>
            </a:r>
            <a:r>
              <a:rPr lang="ko-KR" altLang="en-US" sz="1100" dirty="0"/>
              <a:t>에서 픽셀당 메모리크기 를 얻는 코드</a:t>
            </a:r>
            <a:r>
              <a:rPr lang="en-US" altLang="ko-KR" sz="1100" dirty="0"/>
              <a:t>, WM_INPUT</a:t>
            </a:r>
            <a:r>
              <a:rPr lang="ko-KR" altLang="en-US" sz="1100" dirty="0"/>
              <a:t>을 통해 마우스의 </a:t>
            </a:r>
            <a:r>
              <a:rPr lang="en-US" altLang="ko-KR" sz="1100" dirty="0" err="1"/>
              <a:t>DeltaX</a:t>
            </a:r>
            <a:r>
              <a:rPr lang="en-US" altLang="ko-KR" sz="1100" dirty="0"/>
              <a:t>, Delta Y</a:t>
            </a:r>
            <a:r>
              <a:rPr lang="ko-KR" altLang="en-US" sz="1100" dirty="0"/>
              <a:t>를 얻는 </a:t>
            </a:r>
            <a:r>
              <a:rPr lang="ko-KR" altLang="en-US" sz="1100" dirty="0" err="1"/>
              <a:t>코드등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r>
              <a:rPr lang="en-US" altLang="ko-KR" sz="1400" b="1" dirty="0"/>
              <a:t>2. Google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Gemini</a:t>
            </a:r>
          </a:p>
          <a:p>
            <a:r>
              <a:rPr lang="en-US" altLang="ko-KR" sz="1100" dirty="0"/>
              <a:t>  </a:t>
            </a:r>
            <a:r>
              <a:rPr lang="ko-KR" altLang="en-US" sz="1100" dirty="0" err="1"/>
              <a:t>쿼터니언을</a:t>
            </a:r>
            <a:r>
              <a:rPr lang="ko-KR" altLang="en-US" sz="1100" dirty="0"/>
              <a:t> 통해 벡터를 회전시키는 </a:t>
            </a:r>
            <a:r>
              <a:rPr lang="en-US" altLang="ko-KR" sz="1100" dirty="0" err="1"/>
              <a:t>hlsl</a:t>
            </a:r>
            <a:r>
              <a:rPr lang="en-US" altLang="ko-KR" sz="1100" dirty="0"/>
              <a:t> </a:t>
            </a:r>
            <a:r>
              <a:rPr lang="ko-KR" altLang="en-US" sz="1100" dirty="0"/>
              <a:t>코드</a:t>
            </a:r>
            <a:r>
              <a:rPr lang="en-US" altLang="ko-KR" sz="1100" dirty="0"/>
              <a:t>,</a:t>
            </a:r>
            <a:r>
              <a:rPr lang="ko-KR" altLang="en-US" sz="1100" dirty="0"/>
              <a:t>  </a:t>
            </a:r>
            <a:r>
              <a:rPr lang="en-US" altLang="ko-KR" sz="1100" dirty="0"/>
              <a:t>4</a:t>
            </a:r>
            <a:r>
              <a:rPr lang="ko-KR" altLang="en-US" sz="1100" dirty="0"/>
              <a:t>개의 </a:t>
            </a:r>
            <a:r>
              <a:rPr lang="ko-KR" altLang="en-US" sz="1100" dirty="0" err="1"/>
              <a:t>쿼터니언</a:t>
            </a:r>
            <a:r>
              <a:rPr lang="ko-KR" altLang="en-US" sz="1100" dirty="0"/>
              <a:t> 보간 코드</a:t>
            </a:r>
            <a:r>
              <a:rPr lang="en-US" altLang="ko-KR" sz="1100" dirty="0"/>
              <a:t>, </a:t>
            </a:r>
            <a:r>
              <a:rPr lang="ko-KR" altLang="en-US" sz="1100" dirty="0"/>
              <a:t>벡터를 </a:t>
            </a:r>
            <a:r>
              <a:rPr lang="ko-KR" altLang="en-US" sz="1100" dirty="0" err="1"/>
              <a:t>쿼터니언으로</a:t>
            </a:r>
            <a:r>
              <a:rPr lang="ko-KR" altLang="en-US" sz="1100" dirty="0"/>
              <a:t> 변환하는 </a:t>
            </a:r>
            <a:r>
              <a:rPr lang="en-US" altLang="ko-KR" sz="1100" dirty="0" err="1"/>
              <a:t>hlsl</a:t>
            </a:r>
            <a:r>
              <a:rPr lang="en-US" altLang="ko-KR" sz="1100" dirty="0"/>
              <a:t> </a:t>
            </a:r>
            <a:r>
              <a:rPr lang="ko-KR" altLang="en-US" sz="1100"/>
              <a:t>코드 </a:t>
            </a:r>
            <a:endParaRPr lang="en-US" altLang="ko-KR" sz="1100"/>
          </a:p>
          <a:p>
            <a:endParaRPr lang="en-US" altLang="ko-KR" sz="1100" dirty="0"/>
          </a:p>
          <a:p>
            <a:endParaRPr lang="en-US" altLang="ko-KR" sz="1200" dirty="0"/>
          </a:p>
          <a:p>
            <a:r>
              <a:rPr lang="en-US" altLang="ko-KR" b="1" dirty="0"/>
              <a:t>AI</a:t>
            </a:r>
            <a:r>
              <a:rPr lang="ko-KR" altLang="en-US" b="1" dirty="0"/>
              <a:t>를 사용한 방법</a:t>
            </a:r>
            <a:endParaRPr lang="en-US" altLang="ko-KR" b="1" dirty="0"/>
          </a:p>
          <a:p>
            <a:pPr marL="228600" indent="-228600">
              <a:buAutoNum type="arabicPeriod"/>
            </a:pPr>
            <a:r>
              <a:rPr lang="ko-KR" altLang="en-US" sz="1200" b="1" dirty="0"/>
              <a:t>그래픽 에러 로그를 번역 시킴</a:t>
            </a:r>
            <a:endParaRPr lang="en-US" altLang="ko-KR" sz="1200" b="1" dirty="0"/>
          </a:p>
          <a:p>
            <a:r>
              <a:rPr lang="en-US" altLang="ko-KR" sz="1100" dirty="0"/>
              <a:t>  </a:t>
            </a:r>
            <a:r>
              <a:rPr lang="ko-KR" altLang="en-US" sz="1100" dirty="0"/>
              <a:t>영어 문장이며</a:t>
            </a:r>
            <a:r>
              <a:rPr lang="en-US" altLang="ko-KR" sz="1100" dirty="0"/>
              <a:t>, </a:t>
            </a:r>
            <a:r>
              <a:rPr lang="ko-KR" altLang="en-US" sz="1100" dirty="0"/>
              <a:t>너무 길고</a:t>
            </a:r>
            <a:r>
              <a:rPr lang="en-US" altLang="ko-KR" sz="1100" dirty="0"/>
              <a:t>, </a:t>
            </a:r>
            <a:r>
              <a:rPr lang="ko-KR" altLang="en-US" sz="1100" dirty="0"/>
              <a:t>부가 설명이 많고</a:t>
            </a:r>
            <a:r>
              <a:rPr lang="en-US" altLang="ko-KR" sz="1100" dirty="0"/>
              <a:t>, ENUM </a:t>
            </a:r>
            <a:r>
              <a:rPr lang="ko-KR" altLang="en-US" sz="1100" dirty="0"/>
              <a:t>표현이 길어서 한눈에 보기가 어려웠음</a:t>
            </a:r>
            <a:r>
              <a:rPr lang="en-US" altLang="ko-KR" sz="1100" dirty="0"/>
              <a:t>.</a:t>
            </a:r>
          </a:p>
          <a:p>
            <a:r>
              <a:rPr lang="en-US" altLang="ko-KR" sz="1200" b="1" dirty="0"/>
              <a:t>2. </a:t>
            </a:r>
            <a:r>
              <a:rPr lang="ko-KR" altLang="en-US" sz="1200" b="1" dirty="0"/>
              <a:t>문제 해결을 위한 해결책의 검색을 지시</a:t>
            </a:r>
            <a:endParaRPr lang="en-US" altLang="ko-KR" sz="1200" b="1" dirty="0"/>
          </a:p>
          <a:p>
            <a:r>
              <a:rPr lang="en-US" altLang="ko-KR" sz="1100" dirty="0"/>
              <a:t> </a:t>
            </a:r>
            <a:r>
              <a:rPr lang="ko-KR" altLang="en-US" sz="1100" dirty="0"/>
              <a:t>이 경우 자신이나 남의 코드를 보여주지 않고</a:t>
            </a:r>
            <a:r>
              <a:rPr lang="en-US" altLang="ko-KR" sz="1100" dirty="0"/>
              <a:t>, </a:t>
            </a:r>
            <a:r>
              <a:rPr lang="ko-KR" altLang="en-US" sz="1100" dirty="0"/>
              <a:t>말로만 검색 혹은 예제 코드 작성 후 설명 </a:t>
            </a:r>
            <a:r>
              <a:rPr lang="en-US" altLang="ko-KR" sz="1100" dirty="0"/>
              <a:t>(</a:t>
            </a:r>
            <a:r>
              <a:rPr lang="ko-KR" altLang="en-US" sz="1100" dirty="0"/>
              <a:t>남의 코드를 보여주지 말라고 당부함</a:t>
            </a:r>
            <a:r>
              <a:rPr lang="en-US" altLang="ko-KR" sz="1100" dirty="0"/>
              <a:t>)</a:t>
            </a:r>
          </a:p>
          <a:p>
            <a:endParaRPr lang="en-US" altLang="ko-KR"/>
          </a:p>
          <a:p>
            <a:endParaRPr lang="en-US" altLang="ko-KR" dirty="0"/>
          </a:p>
          <a:p>
            <a:r>
              <a:rPr lang="ko-KR" altLang="en-US" b="1" dirty="0"/>
              <a:t>다른 팀원이 사용한 </a:t>
            </a:r>
            <a:r>
              <a:rPr lang="en-US" altLang="ko-KR" b="1" dirty="0"/>
              <a:t>AI Code.</a:t>
            </a:r>
          </a:p>
          <a:p>
            <a:r>
              <a:rPr lang="en-US" altLang="ko-KR" sz="1200" dirty="0"/>
              <a:t> -</a:t>
            </a:r>
            <a:r>
              <a:rPr lang="ko-KR" altLang="en-US" sz="1200" dirty="0"/>
              <a:t>초반에 </a:t>
            </a:r>
            <a:r>
              <a:rPr lang="en-US" altLang="ko-KR" sz="1200" dirty="0"/>
              <a:t>A* </a:t>
            </a:r>
            <a:r>
              <a:rPr lang="ko-KR" altLang="en-US" sz="1200" dirty="0" err="1"/>
              <a:t>길찾기</a:t>
            </a:r>
            <a:r>
              <a:rPr lang="ko-KR" altLang="en-US" sz="1200" dirty="0"/>
              <a:t> 알고리즘 구현에 </a:t>
            </a:r>
            <a:r>
              <a:rPr lang="en-US" altLang="ko-KR" sz="1200" dirty="0"/>
              <a:t>AI</a:t>
            </a:r>
            <a:r>
              <a:rPr lang="ko-KR" altLang="en-US" sz="1200" dirty="0"/>
              <a:t>활용</a:t>
            </a:r>
            <a:r>
              <a:rPr lang="en-US" altLang="ko-KR" sz="1200" dirty="0"/>
              <a:t>. (</a:t>
            </a:r>
            <a:r>
              <a:rPr lang="ko-KR" altLang="en-US" sz="1200" dirty="0"/>
              <a:t>공간의 한계</a:t>
            </a:r>
            <a:r>
              <a:rPr lang="en-US" altLang="ko-KR" sz="1200" dirty="0"/>
              <a:t>(Grid</a:t>
            </a:r>
            <a:r>
              <a:rPr lang="ko-KR" altLang="en-US" sz="1200" dirty="0"/>
              <a:t>라 </a:t>
            </a:r>
            <a:r>
              <a:rPr lang="en-US" altLang="ko-KR" sz="1200" dirty="0"/>
              <a:t>3</a:t>
            </a:r>
            <a:r>
              <a:rPr lang="ko-KR" altLang="en-US" sz="1200" dirty="0"/>
              <a:t>차원 움직임에 제한</a:t>
            </a:r>
            <a:r>
              <a:rPr lang="en-US" altLang="ko-KR" sz="1200" dirty="0"/>
              <a:t>)</a:t>
            </a:r>
            <a:r>
              <a:rPr lang="ko-KR" altLang="en-US" sz="1200" dirty="0"/>
              <a:t>과 느린 문제 때문에 최종적으로 프로젝트에 포함되지 못함</a:t>
            </a:r>
            <a:r>
              <a:rPr lang="en-US" altLang="ko-KR" sz="1200" dirty="0"/>
              <a:t>.) - </a:t>
            </a:r>
            <a:r>
              <a:rPr lang="en-US" altLang="ko-KR" sz="1200" dirty="0" err="1"/>
              <a:t>c++</a:t>
            </a:r>
            <a:r>
              <a:rPr lang="en-US" altLang="ko-KR" sz="1200" dirty="0"/>
              <a:t> </a:t>
            </a:r>
            <a:r>
              <a:rPr lang="en-US" altLang="ko-KR" sz="1200" dirty="0" err="1"/>
              <a:t>chatgpt</a:t>
            </a:r>
            <a:endParaRPr lang="en-US" altLang="ko-KR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B66E76-2A69-0D65-26E1-56BCF4813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561" y="1690688"/>
            <a:ext cx="6099058" cy="416468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2EA306-EC89-730C-AD82-C8146291B1D8}"/>
              </a:ext>
            </a:extLst>
          </p:cNvPr>
          <p:cNvSpPr txBox="1"/>
          <p:nvPr/>
        </p:nvSpPr>
        <p:spPr>
          <a:xfrm>
            <a:off x="5843561" y="5825602"/>
            <a:ext cx="50129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/>
              <a:t>&lt;</a:t>
            </a:r>
            <a:r>
              <a:rPr lang="ko-KR" altLang="en-US" sz="1200" b="1"/>
              <a:t>우리 코드는 왜 더러운가</a:t>
            </a:r>
            <a:r>
              <a:rPr lang="en-US" altLang="ko-KR" sz="1200" b="1"/>
              <a:t>.pdf </a:t>
            </a:r>
            <a:r>
              <a:rPr lang="ko-KR" altLang="en-US" sz="1200" b="1"/>
              <a:t>중 </a:t>
            </a:r>
            <a:r>
              <a:rPr lang="en-US" altLang="ko-KR" sz="1200" b="1"/>
              <a:t>AI </a:t>
            </a:r>
            <a:r>
              <a:rPr lang="ko-KR" altLang="en-US" sz="1200" b="1"/>
              <a:t>코드를 쓸 때의 가이드라인</a:t>
            </a:r>
            <a:r>
              <a:rPr lang="en-US" altLang="ko-KR" sz="1200" b="1"/>
              <a:t>&gt;</a:t>
            </a:r>
          </a:p>
          <a:p>
            <a:r>
              <a:rPr lang="en-US" altLang="ko-KR" sz="1200"/>
              <a:t>- </a:t>
            </a:r>
            <a:r>
              <a:rPr lang="ko-KR" altLang="en-US" sz="1200"/>
              <a:t>작성했기 때문에 </a:t>
            </a:r>
            <a:r>
              <a:rPr lang="en-US" altLang="ko-KR" sz="1200"/>
              <a:t>AI</a:t>
            </a:r>
            <a:r>
              <a:rPr lang="ko-KR" altLang="en-US" sz="1200"/>
              <a:t>를 나중에 어떤 부분이 </a:t>
            </a:r>
            <a:r>
              <a:rPr lang="en-US" altLang="ko-KR" sz="1200"/>
              <a:t>AI</a:t>
            </a:r>
            <a:r>
              <a:rPr lang="ko-KR" altLang="en-US" sz="1200"/>
              <a:t>를 썼는지 알 수 있었다</a:t>
            </a:r>
            <a:r>
              <a:rPr lang="en-US" altLang="ko-KR" sz="1200"/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38078BE-B476-8642-746B-CC082EC06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279" y="571500"/>
            <a:ext cx="2047950" cy="2675480"/>
          </a:xfrm>
          <a:prstGeom prst="rect">
            <a:avLst/>
          </a:prstGeom>
          <a:ln w="317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1417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45081-D09D-B38B-3FA9-980F1449C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유니티 바이너리 익스포터 제작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E06C305-99E5-CE0B-8758-2EED38A395C7}"/>
              </a:ext>
            </a:extLst>
          </p:cNvPr>
          <p:cNvSpPr txBox="1"/>
          <p:nvPr/>
        </p:nvSpPr>
        <p:spPr>
          <a:xfrm>
            <a:off x="838200" y="1690688"/>
            <a:ext cx="705020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/>
              <a:t>* </a:t>
            </a:r>
            <a:r>
              <a:rPr lang="ko-KR" altLang="en-US" sz="1600"/>
              <a:t>유니티로 바이너리 익스포터 제작</a:t>
            </a:r>
            <a:endParaRPr lang="en-US" altLang="ko-KR" sz="1600" dirty="0"/>
          </a:p>
          <a:p>
            <a:r>
              <a:rPr lang="en-US" altLang="ko-KR" sz="1600" dirty="0"/>
              <a:t>* </a:t>
            </a:r>
            <a:r>
              <a:rPr lang="en-US" altLang="ko-KR" sz="1600" dirty="0" err="1"/>
              <a:t>c++</a:t>
            </a:r>
            <a:r>
              <a:rPr lang="ko-KR" altLang="en-US" sz="1600" dirty="0"/>
              <a:t>로 바이너리 </a:t>
            </a:r>
            <a:r>
              <a:rPr lang="ko-KR" altLang="en-US" sz="1600" dirty="0" err="1"/>
              <a:t>임포터</a:t>
            </a:r>
            <a:r>
              <a:rPr lang="ko-KR" altLang="en-US" sz="1600" dirty="0"/>
              <a:t> 제작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* </a:t>
            </a:r>
            <a:r>
              <a:rPr lang="ko-KR" altLang="en-US" sz="1600" dirty="0"/>
              <a:t>여러 존과 </a:t>
            </a:r>
            <a:r>
              <a:rPr lang="ko-KR" altLang="en-US" sz="1600" err="1"/>
              <a:t>맵을</a:t>
            </a:r>
            <a:r>
              <a:rPr lang="ko-KR" altLang="en-US" sz="1600"/>
              <a:t> 단일 </a:t>
            </a:r>
            <a:r>
              <a:rPr lang="en-US" altLang="ko-KR" sz="1600"/>
              <a:t>Scene</a:t>
            </a:r>
            <a:r>
              <a:rPr lang="ko-KR" altLang="en-US" sz="1600"/>
              <a:t>에서 만들어 </a:t>
            </a:r>
            <a:r>
              <a:rPr lang="ko-KR" altLang="en-US" sz="1600" dirty="0"/>
              <a:t>자연스럽게 연결되게 할 수 있다</a:t>
            </a:r>
            <a:r>
              <a:rPr lang="en-US" altLang="ko-KR" sz="1600" dirty="0"/>
              <a:t>.</a:t>
            </a:r>
            <a:br>
              <a:rPr lang="en-US" altLang="ko-KR"/>
            </a:br>
            <a:r>
              <a:rPr lang="en-US" altLang="ko-KR" sz="1600"/>
              <a:t>* </a:t>
            </a:r>
            <a:r>
              <a:rPr lang="ko-KR" altLang="en-US" sz="1600"/>
              <a:t>익스포트에 </a:t>
            </a:r>
            <a:r>
              <a:rPr lang="ko-KR" altLang="en-US" sz="1600" dirty="0"/>
              <a:t>걸림돌이 되는 요소들을 정리하는 </a:t>
            </a:r>
            <a:r>
              <a:rPr lang="en-US" altLang="ko-KR" sz="1600" dirty="0"/>
              <a:t>Editor </a:t>
            </a:r>
            <a:r>
              <a:rPr lang="ko-KR" altLang="en-US" sz="1600" dirty="0"/>
              <a:t>스크립트 또한 제작</a:t>
            </a:r>
            <a:r>
              <a:rPr lang="en-US" altLang="ko-KR" sz="1600" dirty="0"/>
              <a:t>.</a:t>
            </a:r>
          </a:p>
          <a:p>
            <a:r>
              <a:rPr lang="ko-KR" altLang="en-US" sz="1100" dirty="0"/>
              <a:t>이름에서 특수문자와 띄어쓰기를 제외하는 스크립트 </a:t>
            </a:r>
            <a:r>
              <a:rPr lang="en-US" altLang="ko-KR" sz="1100" dirty="0"/>
              <a:t>-&gt; DDS </a:t>
            </a:r>
            <a:r>
              <a:rPr lang="ko-KR" altLang="en-US" sz="1100" dirty="0"/>
              <a:t>변환을 위해서</a:t>
            </a:r>
            <a:endParaRPr lang="en-US" altLang="ko-KR" sz="1100" dirty="0"/>
          </a:p>
          <a:p>
            <a:r>
              <a:rPr lang="ko-KR" altLang="en-US" sz="1100" dirty="0"/>
              <a:t>모든 </a:t>
            </a:r>
            <a:r>
              <a:rPr lang="ko-KR" altLang="en-US" sz="1100" dirty="0" err="1"/>
              <a:t>에셋을</a:t>
            </a:r>
            <a:r>
              <a:rPr lang="ko-KR" altLang="en-US" sz="1100" dirty="0"/>
              <a:t> </a:t>
            </a:r>
            <a:r>
              <a:rPr lang="en-US" altLang="ko-KR" sz="1100" dirty="0"/>
              <a:t>Read/Write Enable</a:t>
            </a:r>
            <a:r>
              <a:rPr lang="ko-KR" altLang="en-US" sz="1100" dirty="0"/>
              <a:t>로 만드는 스크립트 </a:t>
            </a:r>
            <a:r>
              <a:rPr lang="en-US" altLang="ko-KR" sz="1100" dirty="0"/>
              <a:t>-&gt; </a:t>
            </a:r>
            <a:r>
              <a:rPr lang="ko-KR" altLang="en-US" sz="1100" dirty="0" err="1"/>
              <a:t>익스포트를</a:t>
            </a:r>
            <a:r>
              <a:rPr lang="ko-KR" altLang="en-US" sz="1100" dirty="0"/>
              <a:t> 위해서</a:t>
            </a:r>
            <a:endParaRPr lang="en-US" altLang="ko-KR" sz="1100" dirty="0"/>
          </a:p>
          <a:p>
            <a:r>
              <a:rPr lang="ko-KR" altLang="en-US" sz="1100" dirty="0" err="1"/>
              <a:t>메쉬의</a:t>
            </a:r>
            <a:r>
              <a:rPr lang="ko-KR" altLang="en-US" sz="1100" dirty="0"/>
              <a:t> </a:t>
            </a:r>
            <a:r>
              <a:rPr lang="en-US" altLang="ko-KR" sz="1100" dirty="0"/>
              <a:t>pivot</a:t>
            </a:r>
            <a:r>
              <a:rPr lang="ko-KR" altLang="en-US" sz="1100" dirty="0"/>
              <a:t>을 자신의 중심점으로 만드는 스크립트 </a:t>
            </a:r>
            <a:r>
              <a:rPr lang="en-US" altLang="ko-KR" sz="1100" dirty="0"/>
              <a:t>-&gt; </a:t>
            </a:r>
            <a:r>
              <a:rPr lang="ko-KR" altLang="en-US" sz="1100" dirty="0" err="1"/>
              <a:t>원할한</a:t>
            </a:r>
            <a:r>
              <a:rPr lang="ko-KR" altLang="en-US" sz="1100" dirty="0"/>
              <a:t> 맵 제작을 위해서</a:t>
            </a:r>
            <a:endParaRPr lang="en-US" altLang="ko-KR" sz="1100" dirty="0"/>
          </a:p>
          <a:p>
            <a:r>
              <a:rPr lang="ko-KR" altLang="en-US" sz="1100" dirty="0"/>
              <a:t>등등</a:t>
            </a:r>
            <a:r>
              <a:rPr lang="en-US" altLang="ko-KR" sz="1100" dirty="0"/>
              <a:t>..</a:t>
            </a:r>
          </a:p>
        </p:txBody>
      </p:sp>
      <p:pic>
        <p:nvPicPr>
          <p:cNvPr id="116" name="그림 115">
            <a:extLst>
              <a:ext uri="{FF2B5EF4-FFF2-40B4-BE49-F238E27FC236}">
                <a16:creationId xmlns:a16="http://schemas.microsoft.com/office/drawing/2014/main" id="{D1B6A473-F275-4E70-6730-E24A8C273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00" y="2861158"/>
            <a:ext cx="2984500" cy="39968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0F54350C-2024-1E8C-A13C-7D0E6EA14449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6E4F63-3A94-9C58-7CD6-213125353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41" y="3210192"/>
            <a:ext cx="7509123" cy="3369268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91EB5018-3AD4-2ECC-00A6-2944EC6E96AA}"/>
              </a:ext>
            </a:extLst>
          </p:cNvPr>
          <p:cNvSpPr txBox="1"/>
          <p:nvPr/>
        </p:nvSpPr>
        <p:spPr>
          <a:xfrm>
            <a:off x="5882410" y="6396335"/>
            <a:ext cx="36402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또한 팀원과의 원할한 소통을 위해 </a:t>
            </a:r>
            <a:endParaRPr lang="en-US" altLang="ko-KR" sz="1200"/>
          </a:p>
          <a:p>
            <a:r>
              <a:rPr lang="ko-KR" altLang="en-US" sz="1200"/>
              <a:t>맵 제작 가이드라인을 업데이트하고</a:t>
            </a:r>
            <a:r>
              <a:rPr lang="en-US" altLang="ko-KR" sz="1200"/>
              <a:t>, </a:t>
            </a:r>
            <a:r>
              <a:rPr lang="ko-KR" altLang="en-US" sz="1200"/>
              <a:t>공유했다</a:t>
            </a:r>
            <a:r>
              <a:rPr lang="en-US" altLang="ko-KR" sz="120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400387-168A-5806-3169-899060BD1DF6}"/>
              </a:ext>
            </a:extLst>
          </p:cNvPr>
          <p:cNvSpPr txBox="1"/>
          <p:nvPr/>
        </p:nvSpPr>
        <p:spPr>
          <a:xfrm>
            <a:off x="4059402" y="1670576"/>
            <a:ext cx="61237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>
                <a:solidFill>
                  <a:srgbClr val="FF0000"/>
                </a:solidFill>
              </a:rPr>
              <a:t>[</a:t>
            </a:r>
            <a:r>
              <a:rPr lang="ko-KR" altLang="en-US" sz="1050">
                <a:solidFill>
                  <a:srgbClr val="FF0000"/>
                </a:solidFill>
              </a:rPr>
              <a:t>맵 </a:t>
            </a:r>
            <a:r>
              <a:rPr lang="en-US" altLang="ko-KR" sz="1050">
                <a:solidFill>
                  <a:srgbClr val="FF0000"/>
                </a:solidFill>
              </a:rPr>
              <a:t>- </a:t>
            </a:r>
            <a:r>
              <a:rPr lang="ko-KR" altLang="en-US" sz="1050">
                <a:solidFill>
                  <a:srgbClr val="FF0000"/>
                </a:solidFill>
              </a:rPr>
              <a:t>모델 </a:t>
            </a:r>
            <a:r>
              <a:rPr lang="en-US" altLang="ko-KR" sz="1050">
                <a:solidFill>
                  <a:srgbClr val="FF0000"/>
                </a:solidFill>
              </a:rPr>
              <a:t>- </a:t>
            </a:r>
            <a:r>
              <a:rPr lang="ko-KR" altLang="en-US" sz="1050">
                <a:solidFill>
                  <a:srgbClr val="FF0000"/>
                </a:solidFill>
              </a:rPr>
              <a:t>스킨메쉬 포함 모델 </a:t>
            </a:r>
            <a:r>
              <a:rPr lang="en-US" altLang="ko-KR" sz="1050">
                <a:solidFill>
                  <a:srgbClr val="FF0000"/>
                </a:solidFill>
              </a:rPr>
              <a:t>- </a:t>
            </a:r>
            <a:r>
              <a:rPr lang="ko-KR" altLang="en-US" sz="1050">
                <a:solidFill>
                  <a:srgbClr val="FF0000"/>
                </a:solidFill>
              </a:rPr>
              <a:t>애니메이션 바이너리 익스포터</a:t>
            </a:r>
            <a:r>
              <a:rPr lang="en-US" altLang="ko-KR" sz="1050">
                <a:solidFill>
                  <a:srgbClr val="FF0000"/>
                </a:solidFill>
              </a:rPr>
              <a:t>]</a:t>
            </a:r>
            <a:r>
              <a:rPr lang="ko-KR" altLang="en-US" sz="105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275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6DF87-0DAA-9896-BA5F-A0C35CF43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54215-6538-A362-048E-70D4A1949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/>
              <a:t>서버 프로그래머 역할 분담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B2C23E-D23E-5EA6-86BC-C64815C5A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79276" cy="2633253"/>
          </a:xfrm>
        </p:spPr>
        <p:txBody>
          <a:bodyPr>
            <a:normAutofit/>
          </a:bodyPr>
          <a:lstStyle/>
          <a:p>
            <a:r>
              <a:rPr lang="ko-KR" altLang="en-US" sz="1800"/>
              <a:t>진성준</a:t>
            </a:r>
            <a:endParaRPr lang="en-US" altLang="ko-KR" sz="1800" dirty="0"/>
          </a:p>
          <a:p>
            <a:pPr lvl="1"/>
            <a:r>
              <a:rPr lang="ko-KR" altLang="en-US" sz="1200" dirty="0"/>
              <a:t>게임 컨텐츠 구현 </a:t>
            </a:r>
            <a:endParaRPr lang="en-US" altLang="ko-KR" sz="1200" dirty="0"/>
          </a:p>
          <a:p>
            <a:pPr lvl="2"/>
            <a:r>
              <a:rPr lang="ko-KR" altLang="en-US" sz="1200" dirty="0"/>
              <a:t>파티</a:t>
            </a:r>
            <a:r>
              <a:rPr lang="en-US" altLang="ko-KR" sz="1200" dirty="0"/>
              <a:t>, </a:t>
            </a:r>
            <a:r>
              <a:rPr lang="ko-KR" altLang="en-US" sz="1200" dirty="0"/>
              <a:t>보스 </a:t>
            </a:r>
            <a:r>
              <a:rPr lang="en-US" altLang="ko-KR" sz="1200" dirty="0"/>
              <a:t>AI,</a:t>
            </a:r>
          </a:p>
          <a:p>
            <a:pPr lvl="1"/>
            <a:r>
              <a:rPr lang="ko-KR" altLang="en-US" sz="1200" dirty="0" err="1"/>
              <a:t>심리스</a:t>
            </a:r>
            <a:r>
              <a:rPr lang="ko-KR" altLang="en-US" sz="1200" dirty="0"/>
              <a:t> 존 구현</a:t>
            </a:r>
            <a:endParaRPr lang="en-US" altLang="ko-KR" sz="1200" dirty="0"/>
          </a:p>
          <a:p>
            <a:r>
              <a:rPr lang="ko-KR" altLang="en-US" sz="1800" dirty="0" err="1"/>
              <a:t>노훈철</a:t>
            </a:r>
            <a:endParaRPr lang="en-US" altLang="ko-KR" sz="1800" dirty="0"/>
          </a:p>
          <a:p>
            <a:pPr lvl="1"/>
            <a:r>
              <a:rPr lang="ko-KR" altLang="en-US" sz="1200" dirty="0"/>
              <a:t>게임 컨텐츠 구현</a:t>
            </a:r>
            <a:endParaRPr lang="en-US" altLang="ko-KR" sz="1200" dirty="0"/>
          </a:p>
          <a:p>
            <a:pPr lvl="2"/>
            <a:r>
              <a:rPr lang="ko-KR" altLang="en-US" sz="1200" dirty="0"/>
              <a:t>퀘스트</a:t>
            </a:r>
            <a:r>
              <a:rPr lang="en-US" altLang="ko-KR" sz="1200" dirty="0"/>
              <a:t>, </a:t>
            </a:r>
            <a:r>
              <a:rPr lang="en-US" altLang="ko-KR" sz="1200"/>
              <a:t>NPC</a:t>
            </a:r>
            <a:r>
              <a:rPr lang="ko-KR" altLang="en-US" sz="1200"/>
              <a:t> </a:t>
            </a:r>
            <a:r>
              <a:rPr lang="en-US" altLang="ko-KR" sz="1200"/>
              <a:t>AI</a:t>
            </a:r>
            <a:endParaRPr lang="en-US" altLang="ko-KR" sz="1200" dirty="0"/>
          </a:p>
          <a:p>
            <a:pPr lvl="1"/>
            <a:r>
              <a:rPr lang="ko-KR" altLang="en-US" sz="1200" dirty="0"/>
              <a:t>패킷 전송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재조립</a:t>
            </a:r>
            <a:endParaRPr lang="en-US" altLang="ko-KR" sz="1200" dirty="0"/>
          </a:p>
          <a:p>
            <a:pPr lvl="1"/>
            <a:r>
              <a:rPr lang="ko-KR" altLang="en-US" sz="1200" dirty="0"/>
              <a:t>기본 프로토콜 설계</a:t>
            </a:r>
            <a:endParaRPr lang="en-US" altLang="ko-KR" sz="1200" dirty="0"/>
          </a:p>
          <a:p>
            <a:pPr lvl="1"/>
            <a:r>
              <a:rPr lang="ko-KR" altLang="en-US" sz="1200" dirty="0" err="1"/>
              <a:t>청크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맵분할</a:t>
            </a:r>
            <a:r>
              <a:rPr lang="en-US" altLang="ko-KR" sz="1200" dirty="0"/>
              <a:t>)</a:t>
            </a:r>
            <a:r>
              <a:rPr lang="ko-KR" altLang="en-US" sz="1200" dirty="0"/>
              <a:t>구조 구현</a:t>
            </a:r>
            <a:r>
              <a:rPr lang="en-US" altLang="ko-KR" sz="1200" dirty="0"/>
              <a:t>, </a:t>
            </a:r>
            <a:r>
              <a:rPr lang="ko-KR" altLang="en-US" sz="1200"/>
              <a:t>충돌 검사</a:t>
            </a:r>
            <a:endParaRPr lang="en-US" altLang="ko-KR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663171-16AF-FA7E-571F-7526EBA41F46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</p:spTree>
    <p:extLst>
      <p:ext uri="{BB962C8B-B14F-4D97-AF65-F5344CB8AC3E}">
        <p14:creationId xmlns:p14="http://schemas.microsoft.com/office/powerpoint/2010/main" val="4194763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03438-6757-E686-CC40-61A776B43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EB37DAE5-6E6F-2D47-CDA1-81CE046E0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900" y="2446758"/>
            <a:ext cx="2142600" cy="114662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EFDD742-6158-7C35-2BAE-150047BEC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8013"/>
            <a:ext cx="3762900" cy="173379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8DA6A47-24F6-9E82-C65F-55C0B01DC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핵심 서버 코드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286D1B-7EE7-81DC-AA30-147EB24F42CC}"/>
              </a:ext>
            </a:extLst>
          </p:cNvPr>
          <p:cNvSpPr txBox="1"/>
          <p:nvPr/>
        </p:nvSpPr>
        <p:spPr>
          <a:xfrm>
            <a:off x="711200" y="1589346"/>
            <a:ext cx="519430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 3D</a:t>
            </a:r>
            <a:r>
              <a:rPr lang="ko-KR" altLang="en-US" b="1" dirty="0"/>
              <a:t> 이동을 위한 OBB 충돌 계산</a:t>
            </a:r>
            <a:endParaRPr lang="en-US" altLang="ko-KR" b="1" dirty="0"/>
          </a:p>
          <a:p>
            <a:r>
              <a:rPr lang="ko-KR" altLang="en-US" sz="1100" dirty="0"/>
              <a:t>서버에서 </a:t>
            </a:r>
            <a:r>
              <a:rPr lang="en-US" altLang="ko-KR" sz="1100" dirty="0"/>
              <a:t>3D</a:t>
            </a:r>
            <a:r>
              <a:rPr lang="ko-KR" altLang="en-US" sz="1100" dirty="0"/>
              <a:t>로 움직여야 할 게임 오브젝트 </a:t>
            </a:r>
            <a:r>
              <a:rPr lang="ko-KR" altLang="en-US" sz="1100"/>
              <a:t>간 충돌처리 제작</a:t>
            </a:r>
            <a:r>
              <a:rPr lang="en-US" altLang="ko-KR" sz="1100"/>
              <a:t>.</a:t>
            </a:r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 dirty="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ko-KR" altLang="en-US" sz="1100"/>
              <a:t>해당 </a:t>
            </a:r>
            <a:r>
              <a:rPr lang="ko-KR" altLang="en-US" sz="1100" dirty="0"/>
              <a:t>기록의 일부는 </a:t>
            </a:r>
            <a:r>
              <a:rPr lang="en-US" altLang="ko-KR" sz="1100" dirty="0"/>
              <a:t>&lt;</a:t>
            </a:r>
            <a:r>
              <a:rPr lang="ko-KR" altLang="en-US" sz="1100" dirty="0"/>
              <a:t>부록 </a:t>
            </a:r>
            <a:r>
              <a:rPr lang="en-US" altLang="ko-KR" sz="1100" dirty="0"/>
              <a:t>- </a:t>
            </a:r>
            <a:r>
              <a:rPr lang="ko-KR" altLang="en-US" sz="1100" dirty="0"/>
              <a:t>서버의 충돌 계산 고민 메모</a:t>
            </a:r>
            <a:r>
              <a:rPr lang="en-US" altLang="ko-KR" sz="1100" dirty="0"/>
              <a:t>&gt;</a:t>
            </a:r>
            <a:r>
              <a:rPr lang="ko-KR" altLang="en-US" sz="1100" dirty="0"/>
              <a:t>를 참고하자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930600-B6AB-CD91-7D2D-01A85545A558}"/>
              </a:ext>
            </a:extLst>
          </p:cNvPr>
          <p:cNvSpPr txBox="1"/>
          <p:nvPr/>
        </p:nvSpPr>
        <p:spPr>
          <a:xfrm>
            <a:off x="6096000" y="1569481"/>
            <a:ext cx="6096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en-US" altLang="ko-KR" b="1" dirty="0" err="1"/>
              <a:t>ImaysNet</a:t>
            </a:r>
            <a:r>
              <a:rPr lang="en-US" altLang="ko-KR" b="1" dirty="0"/>
              <a:t> Lib</a:t>
            </a:r>
            <a:r>
              <a:rPr lang="ko-KR" altLang="en-US" b="1" dirty="0"/>
              <a:t>를 수정하여 </a:t>
            </a:r>
            <a:r>
              <a:rPr lang="en-US" altLang="ko-KR" b="1" dirty="0"/>
              <a:t>nonblocking </a:t>
            </a:r>
            <a:r>
              <a:rPr lang="en-US" altLang="ko-KR" b="1" dirty="0" err="1"/>
              <a:t>recv</a:t>
            </a:r>
            <a:r>
              <a:rPr lang="en-US" altLang="ko-KR" b="1" dirty="0"/>
              <a:t> </a:t>
            </a:r>
            <a:r>
              <a:rPr lang="ko-KR" altLang="en-US" b="1" dirty="0"/>
              <a:t>구현</a:t>
            </a:r>
            <a:r>
              <a:rPr lang="en-US" altLang="ko-KR" b="1" dirty="0"/>
              <a:t>,</a:t>
            </a:r>
          </a:p>
          <a:p>
            <a:r>
              <a:rPr lang="en-US" altLang="ko-KR" b="1" dirty="0" err="1"/>
              <a:t>WSASend</a:t>
            </a:r>
            <a:r>
              <a:rPr lang="en-US" altLang="ko-KR" b="1" dirty="0"/>
              <a:t>, </a:t>
            </a:r>
            <a:r>
              <a:rPr lang="ko-KR" altLang="en-US" b="1" dirty="0" err="1"/>
              <a:t>SendDataSaver활용해</a:t>
            </a:r>
            <a:r>
              <a:rPr lang="ko-KR" altLang="en-US" b="1" dirty="0"/>
              <a:t> 패킷 크기 줄이기</a:t>
            </a:r>
            <a:endParaRPr lang="en-US" altLang="ko-KR" b="1" dirty="0"/>
          </a:p>
          <a:p>
            <a:r>
              <a:rPr lang="ko-KR" altLang="en-US" sz="1100" dirty="0"/>
              <a:t>서버는 </a:t>
            </a:r>
            <a:r>
              <a:rPr lang="en-US" altLang="ko-KR" sz="1100" dirty="0" err="1"/>
              <a:t>WSAPoll</a:t>
            </a:r>
            <a:r>
              <a:rPr lang="ko-KR" altLang="en-US" sz="1100" dirty="0"/>
              <a:t>을 사용하여 데이터가 도착한 세션만 </a:t>
            </a:r>
            <a:r>
              <a:rPr lang="en-US" altLang="ko-KR" sz="1100" dirty="0" err="1"/>
              <a:t>recv</a:t>
            </a:r>
            <a:r>
              <a:rPr lang="ko-KR" altLang="en-US" sz="1100" dirty="0"/>
              <a:t>를 </a:t>
            </a:r>
            <a:r>
              <a:rPr lang="ko-KR" altLang="en-US" sz="1100" dirty="0" err="1"/>
              <a:t>하도록했다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Server</a:t>
            </a:r>
            <a:r>
              <a:rPr lang="ko-KR" altLang="en-US" sz="1100" dirty="0"/>
              <a:t>의 </a:t>
            </a:r>
            <a:r>
              <a:rPr lang="en-US" altLang="ko-KR" sz="1100" dirty="0"/>
              <a:t>send</a:t>
            </a:r>
            <a:r>
              <a:rPr lang="ko-KR" altLang="en-US" sz="1100" dirty="0"/>
              <a:t>는</a:t>
            </a:r>
            <a:r>
              <a:rPr lang="en-US" altLang="ko-KR" sz="1100" dirty="0"/>
              <a:t>, </a:t>
            </a:r>
            <a:r>
              <a:rPr lang="ko-KR" altLang="en-US" sz="1100" dirty="0"/>
              <a:t>게임 루프에서 </a:t>
            </a:r>
            <a:r>
              <a:rPr lang="en-US" altLang="ko-KR" sz="1100" dirty="0"/>
              <a:t>(</a:t>
            </a:r>
            <a:r>
              <a:rPr lang="ko-KR" altLang="en-US" sz="1100" dirty="0"/>
              <a:t>자체 제작 구조체인</a:t>
            </a:r>
            <a:r>
              <a:rPr lang="en-US" altLang="ko-KR" sz="1100" dirty="0"/>
              <a:t>)</a:t>
            </a:r>
            <a:r>
              <a:rPr lang="en-US" altLang="ko-KR" sz="1100" dirty="0" err="1"/>
              <a:t>SendDataSaver</a:t>
            </a:r>
            <a:r>
              <a:rPr lang="ko-KR" altLang="en-US" sz="1100" dirty="0"/>
              <a:t>에</a:t>
            </a:r>
            <a:endParaRPr lang="en-US" altLang="ko-KR" sz="1100" dirty="0"/>
          </a:p>
          <a:p>
            <a:r>
              <a:rPr lang="ko-KR" altLang="en-US" sz="1100" dirty="0"/>
              <a:t>패킷을 먼저 저장해놓고</a:t>
            </a:r>
            <a:r>
              <a:rPr lang="en-US" altLang="ko-KR" sz="1100" dirty="0"/>
              <a:t> </a:t>
            </a:r>
            <a:r>
              <a:rPr lang="ko-KR" altLang="en-US" sz="1100" dirty="0"/>
              <a:t>나중에 </a:t>
            </a:r>
            <a:r>
              <a:rPr lang="en-US" altLang="ko-KR" sz="1100" dirty="0"/>
              <a:t>send</a:t>
            </a:r>
            <a:r>
              <a:rPr lang="ko-KR" altLang="en-US" sz="1100" dirty="0"/>
              <a:t>를 하게 되는데</a:t>
            </a:r>
            <a:r>
              <a:rPr lang="en-US" altLang="ko-KR" sz="1100" dirty="0"/>
              <a:t>,</a:t>
            </a:r>
          </a:p>
          <a:p>
            <a:endParaRPr lang="en-US" altLang="ko-KR" sz="1100" dirty="0"/>
          </a:p>
          <a:p>
            <a:r>
              <a:rPr lang="ko-KR" altLang="en-US" sz="1100" dirty="0"/>
              <a:t>특정 </a:t>
            </a:r>
            <a:r>
              <a:rPr lang="ko-KR" altLang="en-US" sz="1100" dirty="0" err="1"/>
              <a:t>클라에게만</a:t>
            </a:r>
            <a:r>
              <a:rPr lang="ko-KR" altLang="en-US" sz="1100" dirty="0"/>
              <a:t> 보내줄 데이터는 </a:t>
            </a:r>
            <a:r>
              <a:rPr lang="en-US" altLang="ko-KR" sz="1100" dirty="0" err="1"/>
              <a:t>PersonalSDS</a:t>
            </a:r>
            <a:r>
              <a:rPr lang="ko-KR" altLang="en-US" sz="1100" dirty="0"/>
              <a:t>에</a:t>
            </a:r>
            <a:r>
              <a:rPr lang="en-US" altLang="ko-KR" sz="1100" dirty="0"/>
              <a:t>,</a:t>
            </a:r>
          </a:p>
          <a:p>
            <a:r>
              <a:rPr lang="ko-KR" altLang="en-US" sz="1100" dirty="0"/>
              <a:t>해당 </a:t>
            </a:r>
            <a:r>
              <a:rPr lang="en-US" altLang="ko-KR" sz="1100" dirty="0"/>
              <a:t>Zone</a:t>
            </a:r>
            <a:r>
              <a:rPr lang="ko-KR" altLang="en-US" sz="1100" dirty="0"/>
              <a:t>의 모두에게 보내줄 데이터는 </a:t>
            </a:r>
            <a:r>
              <a:rPr lang="en-US" altLang="ko-KR" sz="1100" dirty="0" err="1"/>
              <a:t>CommonSDS</a:t>
            </a:r>
            <a:r>
              <a:rPr lang="ko-KR" altLang="en-US" sz="1100" dirty="0"/>
              <a:t>에 담는다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 err="1"/>
              <a:t>CommonSDS</a:t>
            </a:r>
            <a:r>
              <a:rPr lang="ko-KR" altLang="en-US" sz="1100" dirty="0"/>
              <a:t>에는 한 번만 데이터를 담고</a:t>
            </a:r>
            <a:r>
              <a:rPr lang="en-US" altLang="ko-KR" sz="1100" dirty="0"/>
              <a:t>, </a:t>
            </a:r>
            <a:r>
              <a:rPr lang="ko-KR" altLang="en-US" sz="1100" dirty="0"/>
              <a:t>모두가 공유하기 때문에</a:t>
            </a:r>
            <a:r>
              <a:rPr lang="en-US" altLang="ko-KR" sz="1100" dirty="0"/>
              <a:t> </a:t>
            </a:r>
            <a:r>
              <a:rPr lang="ko-KR" altLang="en-US" sz="1100" dirty="0"/>
              <a:t>데이터 복사가 줄어들며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WSASend</a:t>
            </a:r>
            <a:r>
              <a:rPr lang="ko-KR" altLang="en-US" sz="1100" dirty="0"/>
              <a:t>로 </a:t>
            </a:r>
            <a:r>
              <a:rPr lang="en-US" altLang="ko-KR" sz="1100" dirty="0" err="1"/>
              <a:t>PersonalSDS</a:t>
            </a:r>
            <a:r>
              <a:rPr lang="ko-KR" altLang="en-US" sz="1100" dirty="0"/>
              <a:t>와 </a:t>
            </a:r>
            <a:r>
              <a:rPr lang="en-US" altLang="ko-KR" sz="1100" dirty="0" err="1"/>
              <a:t>CommonSDS</a:t>
            </a:r>
            <a:r>
              <a:rPr lang="ko-KR" altLang="en-US" sz="1100" dirty="0"/>
              <a:t>를 한 번의 호출로 전송한다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데이터를 보낼 때마다 한 번에 보내서</a:t>
            </a:r>
            <a:r>
              <a:rPr lang="en-US" altLang="ko-KR" sz="1100" dirty="0"/>
              <a:t>, </a:t>
            </a:r>
            <a:r>
              <a:rPr lang="ko-KR" altLang="en-US" sz="1100" dirty="0"/>
              <a:t>전송회수가 줄어든다</a:t>
            </a:r>
            <a:r>
              <a:rPr lang="en-US" altLang="ko-KR" sz="11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4ED087-B2A7-D6FC-E821-9CB1A911A631}"/>
              </a:ext>
            </a:extLst>
          </p:cNvPr>
          <p:cNvSpPr txBox="1"/>
          <p:nvPr/>
        </p:nvSpPr>
        <p:spPr>
          <a:xfrm>
            <a:off x="673100" y="3886610"/>
            <a:ext cx="4787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 err="1"/>
              <a:t>Recv</a:t>
            </a:r>
            <a:r>
              <a:rPr lang="ko-KR" altLang="en-US" dirty="0"/>
              <a:t> 시에 패킷 </a:t>
            </a:r>
            <a:r>
              <a:rPr lang="ko-KR" altLang="en-US" dirty="0" err="1"/>
              <a:t>재조립</a:t>
            </a:r>
            <a:r>
              <a:rPr lang="ko-KR" altLang="en-US" dirty="0"/>
              <a:t> 로직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22AD10-06C6-1DB4-4406-B93E762DF0E1}"/>
              </a:ext>
            </a:extLst>
          </p:cNvPr>
          <p:cNvSpPr txBox="1"/>
          <p:nvPr/>
        </p:nvSpPr>
        <p:spPr>
          <a:xfrm>
            <a:off x="711200" y="4467571"/>
            <a:ext cx="67183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4</a:t>
            </a:r>
            <a:r>
              <a:rPr lang="en-US" altLang="ko-KR" b="1"/>
              <a:t>. </a:t>
            </a:r>
            <a:r>
              <a:rPr lang="ko-KR" altLang="en-US" b="1"/>
              <a:t>멤버변수 자동 </a:t>
            </a:r>
            <a:r>
              <a:rPr lang="ko-KR" altLang="en-US" b="1" dirty="0"/>
              <a:t>동기화</a:t>
            </a:r>
            <a:endParaRPr lang="en-US" altLang="ko-KR" sz="1100" b="1" dirty="0"/>
          </a:p>
          <a:p>
            <a:r>
              <a:rPr lang="ko-KR" altLang="en-US" sz="1100" err="1"/>
              <a:t>게임오브젝트의</a:t>
            </a:r>
            <a:r>
              <a:rPr lang="ko-KR" altLang="en-US" sz="1100"/>
              <a:t> 동기화할 모든 멤버변수들을 </a:t>
            </a:r>
            <a:r>
              <a:rPr lang="ko-KR" altLang="en-US" sz="1100" dirty="0"/>
              <a:t>위해 일일이 프로토콜을 만드는 대신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 err="1"/>
              <a:t>ChangeMemberGameObject</a:t>
            </a:r>
            <a:r>
              <a:rPr lang="en-US" altLang="ko-KR" sz="1100" dirty="0"/>
              <a:t> </a:t>
            </a:r>
            <a:r>
              <a:rPr lang="ko-KR" altLang="en-US" sz="1100"/>
              <a:t>프로토콜 하나로 해결한다</a:t>
            </a:r>
            <a:r>
              <a:rPr lang="en-US" altLang="ko-KR" sz="1100"/>
              <a:t>.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매크로를 </a:t>
            </a:r>
            <a:r>
              <a:rPr lang="ko-KR" altLang="en-US" sz="1100"/>
              <a:t>활용해서 만들었으며</a:t>
            </a:r>
            <a:r>
              <a:rPr lang="en-US" altLang="ko-KR" sz="1100"/>
              <a:t>,</a:t>
            </a:r>
            <a:endParaRPr lang="en-US" altLang="ko-KR" sz="1100" dirty="0"/>
          </a:p>
          <a:p>
            <a:r>
              <a:rPr lang="en-US" altLang="ko-KR" sz="1100" dirty="0"/>
              <a:t>STC</a:t>
            </a:r>
            <a:r>
              <a:rPr lang="ko-KR" altLang="en-US" sz="1100" dirty="0"/>
              <a:t>는 </a:t>
            </a:r>
            <a:r>
              <a:rPr lang="en-US" altLang="ko-KR" sz="1100" dirty="0"/>
              <a:t>Server To Client</a:t>
            </a:r>
            <a:r>
              <a:rPr lang="ko-KR" altLang="en-US" sz="1100" dirty="0"/>
              <a:t>의 약자이며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STCDef</a:t>
            </a:r>
            <a:r>
              <a:rPr lang="en-US" altLang="ko-KR" sz="1100" dirty="0"/>
              <a:t>(type, name</a:t>
            </a:r>
            <a:r>
              <a:rPr lang="en-US" altLang="ko-KR" sz="1100"/>
              <a:t>); </a:t>
            </a:r>
            <a:r>
              <a:rPr lang="ko-KR" altLang="en-US" sz="1100"/>
              <a:t>의 형태로 </a:t>
            </a:r>
            <a:r>
              <a:rPr lang="ko-KR" altLang="en-US" sz="1100" dirty="0"/>
              <a:t>선언할 수 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STC</a:t>
            </a:r>
            <a:r>
              <a:rPr lang="ko-KR" altLang="en-US" sz="1100" dirty="0"/>
              <a:t>로 선언된 멤버 변수는 </a:t>
            </a:r>
            <a:r>
              <a:rPr lang="en-US" altLang="ko-KR" sz="1100" dirty="0" err="1"/>
              <a:t>ChangeMemberGameObject</a:t>
            </a:r>
            <a:r>
              <a:rPr lang="en-US" altLang="ko-KR" sz="1100" dirty="0"/>
              <a:t> </a:t>
            </a:r>
            <a:r>
              <a:rPr lang="ko-KR" altLang="en-US" sz="1100" dirty="0"/>
              <a:t>프로토콜을 보내서 </a:t>
            </a:r>
            <a:endParaRPr lang="en-US" altLang="ko-KR" sz="1100" dirty="0"/>
          </a:p>
          <a:p>
            <a:r>
              <a:rPr lang="ko-KR" altLang="en-US" sz="1100" dirty="0"/>
              <a:t>클라이언트에 있는 같은 멤버를 수정할 수 있다</a:t>
            </a:r>
            <a:r>
              <a:rPr lang="en-US" altLang="ko-KR" sz="11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15C6E2-095D-7A95-06BD-1D40983A9EC9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4C1D301-59DD-9EA5-3FD6-A59E1815F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00" y="4070088"/>
            <a:ext cx="3568700" cy="242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40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E5C3A-8383-F2EC-AE61-9C0469C1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F5C4D-7257-9734-9035-B37370720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클라이언트 프레임워크 제작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F3B83-E377-C3F6-8D71-6DDCF0B9ED00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5A619C-92FB-DE0C-746B-BA0906671B0F}"/>
              </a:ext>
            </a:extLst>
          </p:cNvPr>
          <p:cNvSpPr txBox="1"/>
          <p:nvPr/>
        </p:nvSpPr>
        <p:spPr>
          <a:xfrm>
            <a:off x="673100" y="4065885"/>
            <a:ext cx="54229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</a:t>
            </a:r>
            <a:r>
              <a:rPr lang="ko-KR" altLang="en-US" b="1" dirty="0"/>
              <a:t> UI </a:t>
            </a:r>
            <a:r>
              <a:rPr lang="ko-KR" altLang="en-US" b="1" dirty="0" err="1"/>
              <a:t>system</a:t>
            </a:r>
            <a:r>
              <a:rPr lang="ko-KR" altLang="en-US" b="1" dirty="0"/>
              <a:t> 제작</a:t>
            </a:r>
            <a:endParaRPr lang="en-US" altLang="ko-KR" b="1" dirty="0"/>
          </a:p>
          <a:p>
            <a:r>
              <a:rPr lang="en-US" altLang="ko-KR" sz="1100"/>
              <a:t>Window</a:t>
            </a:r>
            <a:r>
              <a:rPr lang="en-US" altLang="ko-KR" sz="1100" dirty="0"/>
              <a:t>, Slider, </a:t>
            </a:r>
            <a:r>
              <a:rPr lang="en-US" altLang="ko-KR" sz="1100" dirty="0" err="1"/>
              <a:t>Btn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EditBox</a:t>
            </a:r>
            <a:r>
              <a:rPr lang="en-US" altLang="ko-KR" sz="1100" dirty="0"/>
              <a:t>, Slot UI</a:t>
            </a:r>
            <a:r>
              <a:rPr lang="ko-KR" altLang="en-US" sz="1100" dirty="0"/>
              <a:t>를 제작했고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Page(=Layer)</a:t>
            </a:r>
            <a:r>
              <a:rPr lang="ko-KR" altLang="en-US" sz="1100" dirty="0"/>
              <a:t>에 해당 </a:t>
            </a:r>
            <a:r>
              <a:rPr lang="en-US" altLang="ko-KR" sz="1100" dirty="0"/>
              <a:t>UI</a:t>
            </a:r>
            <a:r>
              <a:rPr lang="ko-KR" altLang="en-US" sz="1100" dirty="0"/>
              <a:t>들이 포함 가능하며</a:t>
            </a:r>
            <a:r>
              <a:rPr lang="en-US" altLang="ko-KR" sz="1100"/>
              <a:t>, </a:t>
            </a:r>
          </a:p>
          <a:p>
            <a:r>
              <a:rPr lang="en-US" altLang="ko-KR" sz="1100"/>
              <a:t>Window</a:t>
            </a:r>
            <a:r>
              <a:rPr lang="ko-KR" altLang="en-US" sz="1100" dirty="0"/>
              <a:t>는 여러 </a:t>
            </a:r>
            <a:r>
              <a:rPr lang="en-US" altLang="ko-KR" sz="1100" dirty="0"/>
              <a:t>Page</a:t>
            </a:r>
            <a:r>
              <a:rPr lang="ko-KR" altLang="en-US" sz="1100" dirty="0"/>
              <a:t>를 포함 가능하다</a:t>
            </a:r>
            <a:r>
              <a:rPr lang="en-US" altLang="ko-KR" sz="1100" dirty="0"/>
              <a:t>. </a:t>
            </a:r>
          </a:p>
          <a:p>
            <a:r>
              <a:rPr lang="ko-KR" altLang="en-US" sz="1100" dirty="0"/>
              <a:t>게임에서 </a:t>
            </a:r>
            <a:r>
              <a:rPr lang="ko-KR" altLang="en-US" sz="1100"/>
              <a:t>상호작용이 가능하다</a:t>
            </a:r>
            <a:r>
              <a:rPr lang="en-US" altLang="ko-KR" sz="1100"/>
              <a:t>.</a:t>
            </a:r>
            <a:endParaRPr lang="en-US" altLang="ko-KR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0D9B57-68EF-6749-5FE4-BCE61EDAA38D}"/>
              </a:ext>
            </a:extLst>
          </p:cNvPr>
          <p:cNvSpPr txBox="1"/>
          <p:nvPr/>
        </p:nvSpPr>
        <p:spPr>
          <a:xfrm>
            <a:off x="673100" y="1690688"/>
            <a:ext cx="54229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</a:t>
            </a:r>
            <a:r>
              <a:rPr lang="en-US" altLang="ko-KR" b="1"/>
              <a:t>. </a:t>
            </a:r>
            <a:r>
              <a:rPr lang="ko-KR" altLang="en-US" b="1"/>
              <a:t>청크</a:t>
            </a:r>
            <a:r>
              <a:rPr lang="en-US" altLang="ko-KR" b="1"/>
              <a:t> / </a:t>
            </a:r>
            <a:r>
              <a:rPr lang="ko-KR" altLang="en-US" b="1"/>
              <a:t>Static-Dynamic </a:t>
            </a:r>
            <a:r>
              <a:rPr lang="ko-KR" altLang="en-US" b="1" dirty="0" err="1"/>
              <a:t>Object</a:t>
            </a:r>
            <a:r>
              <a:rPr lang="ko-KR" altLang="en-US" b="1" dirty="0"/>
              <a:t> 처리</a:t>
            </a:r>
            <a:endParaRPr lang="en-US" altLang="ko-KR" b="1" dirty="0"/>
          </a:p>
          <a:p>
            <a:r>
              <a:rPr lang="ko-KR" altLang="en-US" sz="1100"/>
              <a:t>왜 청크를 제작했는가</a:t>
            </a:r>
            <a:r>
              <a:rPr lang="en-US" altLang="ko-KR" sz="1100"/>
              <a:t>?</a:t>
            </a:r>
          </a:p>
          <a:p>
            <a:r>
              <a:rPr lang="en-US" altLang="ko-KR" sz="1100"/>
              <a:t>1. ViewFrustumCulling</a:t>
            </a:r>
            <a:r>
              <a:rPr lang="ko-KR" altLang="en-US" sz="1100"/>
              <a:t>을 용이하게 하기 위해</a:t>
            </a:r>
            <a:endParaRPr lang="en-US" altLang="ko-KR" sz="1100"/>
          </a:p>
          <a:p>
            <a:r>
              <a:rPr lang="en-US" altLang="ko-KR" sz="1100"/>
              <a:t>2. </a:t>
            </a:r>
            <a:r>
              <a:rPr lang="ko-KR" altLang="en-US" sz="1100"/>
              <a:t>보이는 </a:t>
            </a:r>
            <a:r>
              <a:rPr lang="ko-KR" altLang="en-US" sz="1100" dirty="0"/>
              <a:t>스킨 </a:t>
            </a:r>
            <a:r>
              <a:rPr lang="ko-KR" altLang="en-US" sz="1100" dirty="0" err="1"/>
              <a:t>메쉬만</a:t>
            </a:r>
            <a:r>
              <a:rPr lang="ko-KR" altLang="en-US" sz="1100" dirty="0"/>
              <a:t> </a:t>
            </a:r>
            <a:r>
              <a:rPr lang="ko-KR" altLang="en-US" sz="1100"/>
              <a:t>업데이트하기 위해</a:t>
            </a:r>
            <a:endParaRPr lang="en-US" altLang="ko-KR" sz="1100"/>
          </a:p>
          <a:p>
            <a:r>
              <a:rPr lang="en-US" altLang="ko-KR" sz="1100"/>
              <a:t>3. </a:t>
            </a:r>
            <a:r>
              <a:rPr lang="ko-KR" altLang="en-US" sz="1100"/>
              <a:t>충돌 </a:t>
            </a:r>
            <a:r>
              <a:rPr lang="ko-KR" altLang="en-US" sz="1100" dirty="0"/>
              <a:t>처리에 고려되는 오브젝트 개수를 </a:t>
            </a:r>
            <a:r>
              <a:rPr lang="ko-KR" altLang="en-US" sz="1100"/>
              <a:t>줄이기 위해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Object</a:t>
            </a:r>
            <a:r>
              <a:rPr lang="ko-KR" altLang="en-US" sz="1100"/>
              <a:t>를 </a:t>
            </a:r>
            <a:r>
              <a:rPr lang="en-US" altLang="ko-KR" sz="1100"/>
              <a:t>Static</a:t>
            </a:r>
            <a:r>
              <a:rPr lang="ko-KR" altLang="en-US" sz="1100"/>
              <a:t>과 </a:t>
            </a:r>
            <a:r>
              <a:rPr lang="en-US" altLang="ko-KR" sz="1100"/>
              <a:t>Dynamic</a:t>
            </a:r>
            <a:r>
              <a:rPr lang="ko-KR" altLang="en-US" sz="1100"/>
              <a:t>으로 분류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Static</a:t>
            </a:r>
            <a:r>
              <a:rPr lang="ko-KR" altLang="en-US" sz="1100"/>
              <a:t>은 움직이지 않으니 충돌계산만 하며</a:t>
            </a:r>
            <a:r>
              <a:rPr lang="en-US" altLang="ko-KR" sz="1100"/>
              <a:t>, </a:t>
            </a:r>
            <a:r>
              <a:rPr lang="ko-KR" altLang="en-US" sz="1100"/>
              <a:t>클라이언트는 그리기만 한다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DynamicObject</a:t>
            </a:r>
            <a:r>
              <a:rPr lang="ko-KR" altLang="en-US" sz="1100"/>
              <a:t>는 </a:t>
            </a:r>
            <a:r>
              <a:rPr lang="ko-KR" altLang="en-US" sz="1100" dirty="0" err="1"/>
              <a:t>청크</a:t>
            </a:r>
            <a:r>
              <a:rPr lang="ko-KR" altLang="en-US" sz="1100" dirty="0"/>
              <a:t> </a:t>
            </a:r>
            <a:r>
              <a:rPr lang="ko-KR" altLang="en-US" sz="1100"/>
              <a:t>위에서 올바르게 계산되기 </a:t>
            </a:r>
            <a:r>
              <a:rPr lang="ko-KR" altLang="en-US" sz="1100" dirty="0"/>
              <a:t>위해 구조를 </a:t>
            </a:r>
            <a:r>
              <a:rPr lang="ko-KR" altLang="en-US" sz="1100"/>
              <a:t>수정했다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게임 루프에서 </a:t>
            </a:r>
            <a:r>
              <a:rPr lang="en-US" altLang="ko-KR" sz="1100"/>
              <a:t>DynamicObject</a:t>
            </a:r>
            <a:r>
              <a:rPr lang="ko-KR" altLang="en-US" sz="1100"/>
              <a:t>만이 </a:t>
            </a:r>
            <a:r>
              <a:rPr lang="en-US" altLang="ko-KR" sz="1100"/>
              <a:t>Update </a:t>
            </a:r>
            <a:r>
              <a:rPr lang="ko-KR" altLang="en-US" sz="1100"/>
              <a:t>함수를 실행한다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구조는 </a:t>
            </a:r>
            <a:r>
              <a:rPr lang="en-US" altLang="ko-KR" sz="1100"/>
              <a:t>&lt;</a:t>
            </a:r>
            <a:r>
              <a:rPr lang="ko-KR" altLang="en-US" sz="1100" dirty="0"/>
              <a:t>부록 </a:t>
            </a:r>
            <a:r>
              <a:rPr lang="en-US" altLang="ko-KR" sz="1100" dirty="0"/>
              <a:t>- </a:t>
            </a:r>
            <a:r>
              <a:rPr lang="ko-KR" altLang="en-US" sz="1100" dirty="0" err="1"/>
              <a:t>청크에</a:t>
            </a:r>
            <a:r>
              <a:rPr lang="ko-KR" altLang="en-US" sz="1100" dirty="0"/>
              <a:t> 들어가기 위한 </a:t>
            </a:r>
            <a:r>
              <a:rPr lang="ko-KR" altLang="en-US" sz="1100" dirty="0" err="1"/>
              <a:t>게임오브젝트</a:t>
            </a:r>
            <a:r>
              <a:rPr lang="ko-KR" altLang="en-US" sz="1100" dirty="0"/>
              <a:t> 구조 설계</a:t>
            </a:r>
            <a:r>
              <a:rPr lang="en-US" altLang="ko-KR" sz="1100" dirty="0"/>
              <a:t>&gt;</a:t>
            </a:r>
            <a:r>
              <a:rPr lang="ko-KR" altLang="en-US" sz="1100" dirty="0"/>
              <a:t>를 참고하자</a:t>
            </a:r>
            <a:r>
              <a:rPr lang="en-US" altLang="ko-KR" sz="11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B8D91C-2819-B192-C2FC-5F6891C60DBD}"/>
              </a:ext>
            </a:extLst>
          </p:cNvPr>
          <p:cNvSpPr txBox="1"/>
          <p:nvPr/>
        </p:nvSpPr>
        <p:spPr>
          <a:xfrm>
            <a:off x="6502400" y="1670937"/>
            <a:ext cx="6121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2.</a:t>
            </a:r>
            <a:r>
              <a:rPr lang="ko-KR" altLang="en-US" b="1"/>
              <a:t> Window WASAPI을 활용한 사운드 시스템 제작</a:t>
            </a:r>
            <a:endParaRPr lang="en-US" altLang="ko-KR" b="1"/>
          </a:p>
          <a:p>
            <a:r>
              <a:rPr lang="ko-KR" altLang="en-US" sz="1100"/>
              <a:t>왜 </a:t>
            </a:r>
            <a:r>
              <a:rPr lang="en-US" altLang="ko-KR" sz="1100"/>
              <a:t>Fmod</a:t>
            </a:r>
            <a:r>
              <a:rPr lang="ko-KR" altLang="en-US" sz="1100"/>
              <a:t>를 쓰지 않았는가</a:t>
            </a:r>
            <a:r>
              <a:rPr lang="en-US" altLang="ko-KR" sz="1100"/>
              <a:t>?</a:t>
            </a:r>
          </a:p>
          <a:p>
            <a:r>
              <a:rPr lang="en-US" altLang="ko-KR" sz="1100"/>
              <a:t>1. </a:t>
            </a:r>
            <a:r>
              <a:rPr lang="ko-KR" altLang="en-US" sz="1100"/>
              <a:t>프로젝트가 너무 무거워질 것 같아서 </a:t>
            </a:r>
            <a:r>
              <a:rPr lang="en-US" altLang="ko-KR" sz="1100"/>
              <a:t>(</a:t>
            </a:r>
            <a:r>
              <a:rPr lang="ko-KR" altLang="en-US" sz="1100"/>
              <a:t>쓸데없는 의존성을 남기고 싶지 않다</a:t>
            </a:r>
            <a:r>
              <a:rPr lang="en-US" altLang="ko-KR" sz="1100"/>
              <a:t>.)</a:t>
            </a:r>
          </a:p>
          <a:p>
            <a:r>
              <a:rPr lang="en-US" altLang="ko-KR" sz="1100"/>
              <a:t>2.</a:t>
            </a:r>
            <a:r>
              <a:rPr lang="ko-KR" altLang="en-US" sz="1100"/>
              <a:t> 새로운 라이브러리를 배운다는 게 버겁다고 생각되서</a:t>
            </a:r>
            <a:endParaRPr lang="en-US" altLang="ko-KR" sz="1100"/>
          </a:p>
          <a:p>
            <a:r>
              <a:rPr lang="en-US" altLang="ko-KR" sz="1100"/>
              <a:t>3. </a:t>
            </a:r>
            <a:r>
              <a:rPr lang="ko-KR" altLang="en-US" sz="1100"/>
              <a:t>사운드 작업은 대부분 </a:t>
            </a:r>
            <a:r>
              <a:rPr lang="en-US" altLang="ko-KR" sz="1100"/>
              <a:t>CPU</a:t>
            </a:r>
            <a:r>
              <a:rPr lang="ko-KR" altLang="en-US" sz="1100"/>
              <a:t>작업이라 내가 통제하고 싶었음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돌이켜 보면 사실 개인적 욕심이고 그럴 필요는 없었다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마스터 채널과 채널들을 연결할 수 있고</a:t>
            </a:r>
            <a:r>
              <a:rPr lang="en-US" altLang="ko-KR" sz="1100"/>
              <a:t>, </a:t>
            </a:r>
            <a:r>
              <a:rPr lang="ko-KR" altLang="en-US" sz="1100"/>
              <a:t>채널의 볼륨을 줄이거나 높일 수 있다</a:t>
            </a:r>
            <a:r>
              <a:rPr lang="en-US" altLang="ko-KR" sz="1100"/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40D5101-0D6D-8A68-3EA6-46219768F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0" y="3627624"/>
            <a:ext cx="5295900" cy="296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0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9605B-C3E8-5401-CF4B-A26BFFD5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F2F19-E01D-F645-1186-B4FA91B4B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렌더링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C0685-484A-735F-1B72-AF08FCB60FA6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FEC1B-1F66-65C4-60EA-9A714AFF4A95}"/>
              </a:ext>
            </a:extLst>
          </p:cNvPr>
          <p:cNvSpPr txBox="1"/>
          <p:nvPr/>
        </p:nvSpPr>
        <p:spPr>
          <a:xfrm>
            <a:off x="6210300" y="5160268"/>
            <a:ext cx="5257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4. CascadeShadowMap (3</a:t>
            </a:r>
            <a:r>
              <a:rPr lang="ko-KR" altLang="en-US" b="1"/>
              <a:t>단계</a:t>
            </a:r>
            <a:r>
              <a:rPr lang="en-US" altLang="ko-KR" b="1"/>
              <a:t>)</a:t>
            </a:r>
          </a:p>
          <a:p>
            <a:r>
              <a:rPr lang="en-US" altLang="ko-KR" sz="1100"/>
              <a:t>3</a:t>
            </a:r>
            <a:r>
              <a:rPr lang="ko-KR" altLang="en-US" sz="1100"/>
              <a:t>단계의 </a:t>
            </a:r>
            <a:r>
              <a:rPr lang="en-US" altLang="ko-KR" sz="1100"/>
              <a:t>CascadeShadowMapping</a:t>
            </a:r>
            <a:r>
              <a:rPr lang="ko-KR" altLang="en-US" sz="1100"/>
              <a:t>을 수행해</a:t>
            </a:r>
            <a:endParaRPr lang="en-US" altLang="ko-KR" sz="1100"/>
          </a:p>
          <a:p>
            <a:r>
              <a:rPr lang="en-US" altLang="ko-KR" sz="1100"/>
              <a:t>Raster Mode</a:t>
            </a:r>
            <a:r>
              <a:rPr lang="ko-KR" altLang="en-US" sz="1100"/>
              <a:t>에서 멀리에 있는 사물의 그림자도 표현할 수 있게 한다</a:t>
            </a:r>
            <a:r>
              <a:rPr lang="en-US" altLang="ko-KR" sz="1100"/>
              <a:t>.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E8D09-E078-3184-9F52-4DAD084763CC}"/>
              </a:ext>
            </a:extLst>
          </p:cNvPr>
          <p:cNvSpPr txBox="1"/>
          <p:nvPr/>
        </p:nvSpPr>
        <p:spPr>
          <a:xfrm>
            <a:off x="952500" y="2692255"/>
            <a:ext cx="5257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1. </a:t>
            </a:r>
            <a:r>
              <a:rPr lang="ko-KR" altLang="en-US" b="1"/>
              <a:t>간단한 PBR 셰이딩 구현</a:t>
            </a:r>
            <a:endParaRPr lang="en-US" altLang="ko-KR" b="1"/>
          </a:p>
          <a:p>
            <a:r>
              <a:rPr lang="en-US" altLang="ko-KR" sz="1100"/>
              <a:t>LearnOpenGL </a:t>
            </a:r>
            <a:r>
              <a:rPr lang="ko-KR" altLang="en-US" sz="1100"/>
              <a:t>문서를 보며 </a:t>
            </a:r>
            <a:r>
              <a:rPr lang="en-US" altLang="ko-KR" sz="1100"/>
              <a:t>PBR</a:t>
            </a:r>
            <a:r>
              <a:rPr lang="ko-KR" altLang="en-US" sz="1100"/>
              <a:t>을 배워</a:t>
            </a:r>
            <a:r>
              <a:rPr lang="en-US" altLang="ko-KR" sz="1100"/>
              <a:t> PBR </a:t>
            </a:r>
            <a:r>
              <a:rPr lang="ko-KR" altLang="en-US" sz="1100"/>
              <a:t>셰이더를 제작했다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시행착오가 많았다</a:t>
            </a:r>
            <a:r>
              <a:rPr lang="en-US" altLang="ko-KR" sz="1100"/>
              <a:t>. </a:t>
            </a:r>
            <a:r>
              <a:rPr lang="ko-KR" altLang="en-US" sz="1100"/>
              <a:t>지금도 완전하지 않다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지금은 메탈릭 맵과 러프니스 맵이 잘 반영되는 모습</a:t>
            </a:r>
            <a:r>
              <a:rPr lang="en-US" altLang="ko-KR" sz="1100"/>
              <a:t>, </a:t>
            </a:r>
          </a:p>
          <a:p>
            <a:r>
              <a:rPr lang="en-US" altLang="ko-KR" sz="1100"/>
              <a:t>IBL </a:t>
            </a:r>
            <a:r>
              <a:rPr lang="ko-KR" altLang="en-US" sz="1100"/>
              <a:t>반사가 되는 모습을 확인할 수 있다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PBR</a:t>
            </a:r>
            <a:r>
              <a:rPr lang="ko-KR" altLang="en-US" sz="1100"/>
              <a:t>을 완벽히 하지는 못했다</a:t>
            </a:r>
            <a:r>
              <a:rPr lang="en-US" altLang="ko-KR" sz="1100"/>
              <a:t>.</a:t>
            </a:r>
            <a:r>
              <a:rPr lang="ko-KR" altLang="en-US" sz="1100"/>
              <a:t> </a:t>
            </a:r>
            <a:endParaRPr lang="en-US" altLang="ko-KR" sz="1100"/>
          </a:p>
          <a:p>
            <a:r>
              <a:rPr lang="ko-KR" altLang="en-US" sz="1100">
                <a:solidFill>
                  <a:srgbClr val="FF0000"/>
                </a:solidFill>
              </a:rPr>
              <a:t>러프니스가 올라가면 반사가 흐려져야 하는데</a:t>
            </a:r>
            <a:r>
              <a:rPr lang="en-US" altLang="ko-KR" sz="1100">
                <a:solidFill>
                  <a:srgbClr val="FF0000"/>
                </a:solidFill>
              </a:rPr>
              <a:t>,</a:t>
            </a:r>
          </a:p>
          <a:p>
            <a:r>
              <a:rPr lang="ko-KR" altLang="en-US" sz="1100">
                <a:solidFill>
                  <a:srgbClr val="FF0000"/>
                </a:solidFill>
              </a:rPr>
              <a:t>그 부분은 제대로 구현이 안 되었다</a:t>
            </a:r>
            <a:r>
              <a:rPr lang="en-US" altLang="ko-KR" sz="1100">
                <a:solidFill>
                  <a:srgbClr val="FF0000"/>
                </a:solidFill>
              </a:rPr>
              <a:t>. </a:t>
            </a:r>
          </a:p>
          <a:p>
            <a:r>
              <a:rPr lang="ko-KR" altLang="en-US" sz="1100">
                <a:solidFill>
                  <a:srgbClr val="FF0000"/>
                </a:solidFill>
              </a:rPr>
              <a:t>또한 </a:t>
            </a:r>
            <a:r>
              <a:rPr lang="en-US" altLang="ko-KR" sz="1100">
                <a:solidFill>
                  <a:srgbClr val="FF0000"/>
                </a:solidFill>
              </a:rPr>
              <a:t>EmisionLightMaterial</a:t>
            </a:r>
            <a:r>
              <a:rPr lang="ko-KR" altLang="en-US" sz="1100">
                <a:solidFill>
                  <a:srgbClr val="FF0000"/>
                </a:solidFill>
              </a:rPr>
              <a:t>이 처리가 안 된다</a:t>
            </a:r>
            <a:r>
              <a:rPr lang="en-US" altLang="ko-KR" sz="1100">
                <a:solidFill>
                  <a:srgbClr val="FF0000"/>
                </a:solidFill>
              </a:rPr>
              <a:t>.</a:t>
            </a:r>
          </a:p>
          <a:p>
            <a:r>
              <a:rPr lang="ko-KR" altLang="en-US" sz="1100">
                <a:solidFill>
                  <a:srgbClr val="FF0000"/>
                </a:solidFill>
              </a:rPr>
              <a:t>추후 수정할 예정이다</a:t>
            </a:r>
            <a:r>
              <a:rPr lang="en-US" altLang="ko-KR" sz="110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774F32-6839-48EE-3BA7-C7C2AED2F69B}"/>
              </a:ext>
            </a:extLst>
          </p:cNvPr>
          <p:cNvSpPr txBox="1"/>
          <p:nvPr/>
        </p:nvSpPr>
        <p:spPr>
          <a:xfrm>
            <a:off x="6210300" y="2687824"/>
            <a:ext cx="584200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 err="1"/>
              <a:t>Static</a:t>
            </a:r>
            <a:r>
              <a:rPr lang="ko-KR" altLang="en-US" b="1" dirty="0"/>
              <a:t> 다중 </a:t>
            </a:r>
            <a:r>
              <a:rPr lang="ko-KR" altLang="en-US" b="1" dirty="0" err="1"/>
              <a:t>라이팅</a:t>
            </a:r>
            <a:endParaRPr lang="en-US" altLang="ko-KR" b="1" dirty="0"/>
          </a:p>
          <a:p>
            <a:r>
              <a:rPr lang="ko-KR" altLang="en-US" sz="1100"/>
              <a:t>청크당 최대 </a:t>
            </a:r>
            <a:r>
              <a:rPr lang="en-US" altLang="ko-KR" sz="1100"/>
              <a:t>32</a:t>
            </a:r>
            <a:r>
              <a:rPr lang="ko-KR" altLang="en-US" sz="1100"/>
              <a:t>개의 다중 라이팅</a:t>
            </a:r>
            <a:r>
              <a:rPr lang="en-US" altLang="ko-KR" sz="1100"/>
              <a:t>, PointLight, SpotLight</a:t>
            </a:r>
            <a:r>
              <a:rPr lang="ko-KR" altLang="en-US" sz="1100"/>
              <a:t>구현</a:t>
            </a:r>
            <a:endParaRPr lang="en-US" altLang="ko-KR" sz="1100"/>
          </a:p>
          <a:p>
            <a:r>
              <a:rPr lang="en-US" altLang="ko-KR" sz="1100"/>
              <a:t>StructuredBuffer</a:t>
            </a:r>
            <a:r>
              <a:rPr lang="ko-KR" altLang="en-US" sz="1100"/>
              <a:t>에 각 청크에 영향을 미치는 모든 라이트 데이터들을 담는다</a:t>
            </a:r>
            <a:r>
              <a:rPr lang="en-US" altLang="ko-KR" sz="1100"/>
              <a:t>.</a:t>
            </a:r>
            <a:endParaRPr lang="en-US" altLang="ko-KR" sz="1100" dirty="0"/>
          </a:p>
          <a:p>
            <a:r>
              <a:rPr lang="ko-KR" altLang="en-US" sz="1100"/>
              <a:t>위치정보를 통해 그 라이트 데이터에 접근하게 했다</a:t>
            </a:r>
            <a:r>
              <a:rPr lang="en-US" altLang="ko-KR" sz="1100"/>
              <a:t>.</a:t>
            </a:r>
          </a:p>
          <a:p>
            <a:endParaRPr lang="en-US" altLang="ko-KR" sz="1100" dirty="0"/>
          </a:p>
          <a:p>
            <a:r>
              <a:rPr lang="en-US" altLang="ko-KR" sz="1100">
                <a:solidFill>
                  <a:srgbClr val="FF0000"/>
                </a:solidFill>
              </a:rPr>
              <a:t>DynamicLight </a:t>
            </a:r>
            <a:r>
              <a:rPr lang="ko-KR" altLang="en-US" sz="1100" dirty="0">
                <a:solidFill>
                  <a:srgbClr val="FF0000"/>
                </a:solidFill>
              </a:rPr>
              <a:t>또한 </a:t>
            </a:r>
            <a:r>
              <a:rPr lang="ko-KR" altLang="en-US" sz="1100">
                <a:solidFill>
                  <a:srgbClr val="FF0000"/>
                </a:solidFill>
              </a:rPr>
              <a:t>여기에 담고</a:t>
            </a:r>
            <a:endParaRPr lang="en-US" altLang="ko-KR" sz="1100">
              <a:solidFill>
                <a:srgbClr val="FF0000"/>
              </a:solidFill>
            </a:endParaRPr>
          </a:p>
          <a:p>
            <a:r>
              <a:rPr lang="ko-KR" altLang="en-US" sz="1100">
                <a:solidFill>
                  <a:srgbClr val="FF0000"/>
                </a:solidFill>
              </a:rPr>
              <a:t>라이트 </a:t>
            </a:r>
            <a:r>
              <a:rPr lang="ko-KR" altLang="en-US" sz="1100" dirty="0">
                <a:solidFill>
                  <a:srgbClr val="FF0000"/>
                </a:solidFill>
              </a:rPr>
              <a:t>없어질 때 해제하면 돼서 추후에 구현할 수 있어 보인다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다만 </a:t>
            </a:r>
            <a:r>
              <a:rPr lang="en-US" altLang="ko-KR" sz="1100" dirty="0" err="1"/>
              <a:t>StructuredBuffer</a:t>
            </a:r>
            <a:r>
              <a:rPr lang="ko-KR" altLang="en-US" sz="1100" dirty="0"/>
              <a:t>를 통해 라이트 데이터를 모두 </a:t>
            </a:r>
            <a:r>
              <a:rPr lang="ko-KR" altLang="en-US" sz="1100"/>
              <a:t>바인딩하므로 </a:t>
            </a:r>
            <a:endParaRPr lang="en-US" altLang="ko-KR" sz="1100"/>
          </a:p>
          <a:p>
            <a:r>
              <a:rPr lang="ko-KR" altLang="en-US" sz="1100"/>
              <a:t>한 청크당 라이트 수가 제한된다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DirLight </a:t>
            </a:r>
            <a:r>
              <a:rPr lang="ko-KR" altLang="en-US" sz="1100" dirty="0"/>
              <a:t>정보는 따로 바인딩한다</a:t>
            </a:r>
            <a:r>
              <a:rPr lang="en-US" altLang="ko-KR" sz="11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485E29-85FF-6B2B-8997-D8F5EC790818}"/>
              </a:ext>
            </a:extLst>
          </p:cNvPr>
          <p:cNvSpPr txBox="1"/>
          <p:nvPr/>
        </p:nvSpPr>
        <p:spPr>
          <a:xfrm>
            <a:off x="952500" y="5160268"/>
            <a:ext cx="42291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3. </a:t>
            </a:r>
            <a:r>
              <a:rPr lang="ko-KR" altLang="en-US" b="1"/>
              <a:t>청크를 활용한 뷰 프러스텀 컬링</a:t>
            </a:r>
            <a:endParaRPr lang="en-US" altLang="ko-KR" b="1"/>
          </a:p>
          <a:p>
            <a:r>
              <a:rPr lang="en-US" altLang="ko-KR" sz="1100"/>
              <a:t>RenderTour </a:t>
            </a:r>
            <a:r>
              <a:rPr lang="ko-KR" altLang="en-US" sz="1100"/>
              <a:t>함수를 통해 선택된 </a:t>
            </a:r>
            <a:r>
              <a:rPr lang="en-US" altLang="ko-KR" sz="1100"/>
              <a:t>viewport</a:t>
            </a:r>
            <a:r>
              <a:rPr lang="ko-KR" altLang="en-US" sz="1100"/>
              <a:t>에 대해 프러스텀 컬링을 한 오브젝트를 뽑거나</a:t>
            </a:r>
            <a:r>
              <a:rPr lang="en-US" altLang="ko-KR" sz="1100"/>
              <a:t>, </a:t>
            </a:r>
            <a:r>
              <a:rPr lang="ko-KR" altLang="en-US" sz="1100"/>
              <a:t>렌더를 해서 </a:t>
            </a:r>
            <a:r>
              <a:rPr lang="en-US" altLang="ko-KR" sz="1100"/>
              <a:t>DrawCall</a:t>
            </a:r>
            <a:r>
              <a:rPr lang="ko-KR" altLang="en-US" sz="1100"/>
              <a:t>을 줄이고</a:t>
            </a:r>
            <a:r>
              <a:rPr lang="en-US" altLang="ko-KR" sz="1100"/>
              <a:t>, GPU</a:t>
            </a:r>
            <a:r>
              <a:rPr lang="ko-KR" altLang="en-US" sz="1100"/>
              <a:t>가 할 일을 줄인다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이는 셰도우 맵핑을 할 때도 </a:t>
            </a:r>
            <a:r>
              <a:rPr lang="en-US" altLang="ko-KR" sz="1100"/>
              <a:t>viewport</a:t>
            </a:r>
            <a:r>
              <a:rPr lang="ko-KR" altLang="en-US" sz="1100"/>
              <a:t>를 직교 투영으로 설정하여</a:t>
            </a:r>
            <a:endParaRPr lang="en-US" altLang="ko-KR" sz="1100"/>
          </a:p>
          <a:p>
            <a:r>
              <a:rPr lang="ko-KR" altLang="en-US" sz="1100"/>
              <a:t>오브젝트를 추린다</a:t>
            </a:r>
            <a:r>
              <a:rPr lang="en-US" altLang="ko-KR" sz="1100"/>
              <a:t>.</a:t>
            </a:r>
            <a:endParaRPr lang="ko-KR" altLang="en-US" sz="11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0D9F0-F612-595D-665A-448120F75C5C}"/>
              </a:ext>
            </a:extLst>
          </p:cNvPr>
          <p:cNvSpPr txBox="1"/>
          <p:nvPr/>
        </p:nvSpPr>
        <p:spPr>
          <a:xfrm>
            <a:off x="952500" y="1441888"/>
            <a:ext cx="9554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Pulse City</a:t>
            </a:r>
            <a:r>
              <a:rPr lang="ko-KR" altLang="en-US" dirty="0"/>
              <a:t>는 </a:t>
            </a:r>
            <a:r>
              <a:rPr lang="en-US" altLang="ko-KR" dirty="0"/>
              <a:t>Raster </a:t>
            </a:r>
            <a:r>
              <a:rPr lang="ko-KR" altLang="en-US" dirty="0"/>
              <a:t>렌더링과</a:t>
            </a:r>
            <a:r>
              <a:rPr lang="en-US" altLang="ko-KR" dirty="0"/>
              <a:t>, Raytracing</a:t>
            </a:r>
            <a:r>
              <a:rPr lang="ko-KR" altLang="en-US" dirty="0"/>
              <a:t> 두가지 모드를 제공하며</a:t>
            </a:r>
            <a:r>
              <a:rPr lang="en-US" altLang="ko-KR" dirty="0"/>
              <a:t>, </a:t>
            </a:r>
            <a:r>
              <a:rPr lang="ko-KR" altLang="en-US" dirty="0"/>
              <a:t>실시간 전환이 가능하다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F7F11-0ACE-313F-7F7F-243B8969E7E4}"/>
              </a:ext>
            </a:extLst>
          </p:cNvPr>
          <p:cNvSpPr txBox="1"/>
          <p:nvPr/>
        </p:nvSpPr>
        <p:spPr>
          <a:xfrm>
            <a:off x="952500" y="19119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공통부분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885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63DC4-5EA1-E3FE-F43A-44C3E0DE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C92CE56F-D301-05EA-0603-148116171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00925"/>
            <a:ext cx="5561463" cy="3127231"/>
          </a:xfrm>
          <a:prstGeom prst="rect">
            <a:avLst/>
          </a:prstGeom>
        </p:spPr>
      </p:pic>
      <p:pic>
        <p:nvPicPr>
          <p:cNvPr id="18" name="그림 17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42C7A0-6362-9146-919C-9339254A7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501573" y="5280731"/>
            <a:ext cx="1499177" cy="15758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15F2DC0-4EBD-8A95-DD47-9E566032E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Raster </a:t>
            </a:r>
            <a:r>
              <a:rPr lang="ko-KR" altLang="en-US" dirty="0"/>
              <a:t>렌더링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8FA71-D4E2-C1F9-E2AA-072C07F1C48D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AD1AB2-D393-D945-06DC-7459706C343E}"/>
              </a:ext>
            </a:extLst>
          </p:cNvPr>
          <p:cNvSpPr txBox="1"/>
          <p:nvPr/>
        </p:nvSpPr>
        <p:spPr>
          <a:xfrm>
            <a:off x="723900" y="1472525"/>
            <a:ext cx="34290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5. </a:t>
            </a:r>
            <a:r>
              <a:rPr lang="ko-KR" altLang="en-US" b="1"/>
              <a:t>대부분의 셰이더와 </a:t>
            </a:r>
            <a:r>
              <a:rPr lang="en-US" altLang="ko-KR" b="1"/>
              <a:t>Render</a:t>
            </a:r>
            <a:r>
              <a:rPr lang="ko-KR" altLang="en-US" b="1"/>
              <a:t>함수 작성</a:t>
            </a:r>
            <a:endParaRPr lang="en-US" altLang="ko-KR" b="1"/>
          </a:p>
          <a:p>
            <a:r>
              <a:rPr lang="en-US" altLang="ko-KR" sz="1100"/>
              <a:t>Particle.hlsl</a:t>
            </a:r>
            <a:r>
              <a:rPr lang="ko-KR" altLang="en-US" sz="1100"/>
              <a:t>을 제외한 모든 셰이더를 </a:t>
            </a:r>
            <a:endParaRPr lang="en-US" altLang="ko-KR" sz="1100"/>
          </a:p>
          <a:p>
            <a:r>
              <a:rPr lang="ko-KR" altLang="en-US" sz="1100"/>
              <a:t>작성했다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레스터 </a:t>
            </a:r>
            <a:r>
              <a:rPr lang="en-US" altLang="ko-KR" sz="1100"/>
              <a:t>PBR </a:t>
            </a:r>
            <a:r>
              <a:rPr lang="ko-KR" altLang="en-US" sz="1100"/>
              <a:t>셰이더</a:t>
            </a:r>
            <a:r>
              <a:rPr lang="en-US" altLang="ko-KR" sz="1100"/>
              <a:t>, </a:t>
            </a:r>
            <a:r>
              <a:rPr lang="ko-KR" altLang="en-US" sz="1100"/>
              <a:t>스카이박스 셰이더</a:t>
            </a:r>
            <a:r>
              <a:rPr lang="en-US" altLang="ko-KR" sz="1100"/>
              <a:t>,</a:t>
            </a:r>
          </a:p>
          <a:p>
            <a:r>
              <a:rPr lang="ko-KR" altLang="en-US" sz="1100"/>
              <a:t>모션블러와 거리에 따른 합성곱 수행 셰이더</a:t>
            </a:r>
            <a:r>
              <a:rPr lang="en-US" altLang="ko-KR" sz="1100"/>
              <a:t>,</a:t>
            </a:r>
          </a:p>
          <a:p>
            <a:r>
              <a:rPr lang="en-US" altLang="ko-KR" sz="1100"/>
              <a:t>SDFText</a:t>
            </a:r>
            <a:r>
              <a:rPr lang="ko-KR" altLang="en-US" sz="1100"/>
              <a:t>를 출력하기 위한 셰이더와</a:t>
            </a:r>
            <a:endParaRPr lang="en-US" altLang="ko-KR" sz="1100"/>
          </a:p>
          <a:p>
            <a:r>
              <a:rPr lang="ko-KR" altLang="en-US" sz="1100"/>
              <a:t>레이트레이싱 렌더링을 위한 셰이더</a:t>
            </a:r>
            <a:r>
              <a:rPr lang="en-US" altLang="ko-KR" sz="1100"/>
              <a:t>,</a:t>
            </a:r>
          </a:p>
          <a:p>
            <a:r>
              <a:rPr lang="ko-KR" altLang="en-US" sz="1100"/>
              <a:t>애니메이션 작동을 위한 </a:t>
            </a:r>
            <a:r>
              <a:rPr lang="en-US" altLang="ko-KR" sz="1100"/>
              <a:t>3</a:t>
            </a:r>
            <a:r>
              <a:rPr lang="ko-KR" altLang="en-US" sz="1100"/>
              <a:t>개의 셰이더등</a:t>
            </a:r>
            <a:endParaRPr lang="en-US" altLang="ko-KR" sz="1100"/>
          </a:p>
          <a:p>
            <a:r>
              <a:rPr lang="ko-KR" altLang="en-US" sz="1100"/>
              <a:t>렌더의 대부분을 작성함</a:t>
            </a:r>
            <a:r>
              <a:rPr lang="en-US" altLang="ko-KR" sz="110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EC1B80-4404-4267-747B-B01E5EAE6DAB}"/>
              </a:ext>
            </a:extLst>
          </p:cNvPr>
          <p:cNvSpPr txBox="1"/>
          <p:nvPr/>
        </p:nvSpPr>
        <p:spPr>
          <a:xfrm>
            <a:off x="6145009" y="129844"/>
            <a:ext cx="53721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6. </a:t>
            </a:r>
            <a:r>
              <a:rPr lang="ko-KR" altLang="en-US" b="1" dirty="0" err="1"/>
              <a:t>컴퓨트</a:t>
            </a:r>
            <a:r>
              <a:rPr lang="ko-KR" altLang="en-US" b="1" dirty="0"/>
              <a:t> </a:t>
            </a:r>
            <a:r>
              <a:rPr lang="ko-KR" altLang="en-US" b="1" dirty="0" err="1"/>
              <a:t>셰이더를</a:t>
            </a:r>
            <a:r>
              <a:rPr lang="ko-KR" altLang="en-US" b="1" dirty="0"/>
              <a:t> 활용한 </a:t>
            </a:r>
            <a:r>
              <a:rPr lang="en-US" altLang="ko-KR" b="1" dirty="0"/>
              <a:t>GPU </a:t>
            </a:r>
            <a:r>
              <a:rPr lang="ko-KR" altLang="en-US" b="1" dirty="0"/>
              <a:t>애니메이션</a:t>
            </a:r>
            <a:endParaRPr lang="en-US" altLang="ko-KR" b="1" dirty="0"/>
          </a:p>
          <a:p>
            <a:r>
              <a:rPr lang="ko-KR" altLang="en-US" sz="1100" dirty="0"/>
              <a:t>해당 게임의 애니메이션은 </a:t>
            </a:r>
            <a:r>
              <a:rPr lang="en-US" altLang="ko-KR" sz="1100" dirty="0"/>
              <a:t>Humanoid</a:t>
            </a:r>
            <a:r>
              <a:rPr lang="ko-KR" altLang="en-US" sz="1100" dirty="0"/>
              <a:t> </a:t>
            </a:r>
            <a:r>
              <a:rPr lang="en-US" altLang="ko-KR" sz="1100" dirty="0"/>
              <a:t>Retargeting</a:t>
            </a:r>
            <a:r>
              <a:rPr lang="ko-KR" altLang="en-US" sz="1100" dirty="0"/>
              <a:t> 되어 모델로 들어가기 때문에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Animation </a:t>
            </a:r>
            <a:r>
              <a:rPr lang="ko-KR" altLang="en-US" sz="1100" dirty="0"/>
              <a:t>데이터가 </a:t>
            </a:r>
            <a:r>
              <a:rPr lang="en-US" altLang="ko-KR" sz="1100" dirty="0" err="1"/>
              <a:t>LocalMatrix</a:t>
            </a:r>
            <a:r>
              <a:rPr lang="ko-KR" altLang="en-US" sz="1100" dirty="0"/>
              <a:t>를 기준으로 구성될 필요가 있었고</a:t>
            </a:r>
            <a:r>
              <a:rPr lang="en-US" altLang="ko-KR" sz="1100" dirty="0"/>
              <a:t>,</a:t>
            </a:r>
          </a:p>
          <a:p>
            <a:r>
              <a:rPr lang="ko-KR" altLang="en-US" sz="1100" dirty="0"/>
              <a:t>그것은 애니메이션을 계산할 때 </a:t>
            </a:r>
            <a:r>
              <a:rPr lang="ko-KR" altLang="en-US" sz="1100" dirty="0" err="1"/>
              <a:t>부모노드와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자식노드를</a:t>
            </a:r>
            <a:r>
              <a:rPr lang="ko-KR" altLang="en-US" sz="1100" dirty="0"/>
              <a:t> 탐색하며 각 </a:t>
            </a:r>
            <a:r>
              <a:rPr lang="en-US" altLang="ko-KR" sz="1100" dirty="0"/>
              <a:t>Bone</a:t>
            </a:r>
            <a:r>
              <a:rPr lang="ko-KR" altLang="en-US" sz="1100" dirty="0"/>
              <a:t>의 </a:t>
            </a:r>
            <a:r>
              <a:rPr lang="en-US" altLang="ko-KR" sz="1100" dirty="0" err="1"/>
              <a:t>WorldMatrix</a:t>
            </a:r>
            <a:r>
              <a:rPr lang="ko-KR" altLang="en-US" sz="1100" dirty="0"/>
              <a:t>를 보여줄 때마다 계산해야 하는 현상이 나타났다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그로 인해 </a:t>
            </a:r>
            <a:r>
              <a:rPr lang="en-US" altLang="ko-KR" sz="1100" dirty="0"/>
              <a:t>CPU</a:t>
            </a:r>
            <a:r>
              <a:rPr lang="ko-KR" altLang="en-US" sz="1100" dirty="0"/>
              <a:t> 애니메이션을 할 때 </a:t>
            </a:r>
            <a:r>
              <a:rPr lang="en-US" altLang="ko-KR" sz="1100" dirty="0"/>
              <a:t>CPU </a:t>
            </a:r>
            <a:r>
              <a:rPr lang="ko-KR" altLang="en-US" sz="1100" dirty="0" err="1"/>
              <a:t>연산량이</a:t>
            </a:r>
            <a:r>
              <a:rPr lang="ko-KR" altLang="en-US" sz="1100" dirty="0"/>
              <a:t> 많은 부분 소진되었고</a:t>
            </a:r>
            <a:r>
              <a:rPr lang="en-US" altLang="ko-KR" sz="1100" dirty="0"/>
              <a:t>, </a:t>
            </a:r>
          </a:p>
          <a:p>
            <a:r>
              <a:rPr lang="en-US" altLang="ko-KR" sz="1100" dirty="0"/>
              <a:t>fps</a:t>
            </a:r>
            <a:r>
              <a:rPr lang="ko-KR" altLang="en-US" sz="1100" dirty="0"/>
              <a:t>가 제대로 나오지 못했다</a:t>
            </a:r>
            <a:r>
              <a:rPr lang="en-US" altLang="ko-KR" sz="1100" dirty="0"/>
              <a:t>. </a:t>
            </a:r>
            <a:r>
              <a:rPr lang="ko-KR" altLang="en-US" sz="1100" dirty="0"/>
              <a:t>이를 해결하기 위해 </a:t>
            </a:r>
            <a:r>
              <a:rPr lang="en-US" altLang="ko-KR" sz="1100" dirty="0"/>
              <a:t>CPU </a:t>
            </a:r>
            <a:r>
              <a:rPr lang="ko-KR" altLang="en-US" sz="1100" dirty="0"/>
              <a:t>최적화를 통해 행렬의 곱셈을 줄여 보완했으나</a:t>
            </a:r>
            <a:r>
              <a:rPr lang="en-US" altLang="ko-KR" sz="1100" dirty="0"/>
              <a:t>, </a:t>
            </a:r>
            <a:r>
              <a:rPr lang="ko-KR" altLang="en-US" sz="1100" dirty="0"/>
              <a:t>여전히 느려서 </a:t>
            </a:r>
            <a:r>
              <a:rPr lang="en-US" altLang="ko-KR" sz="1100" dirty="0"/>
              <a:t>GPU </a:t>
            </a:r>
            <a:r>
              <a:rPr lang="ko-KR" altLang="en-US" sz="1100" dirty="0"/>
              <a:t>애니메이션을 만들기로 했다</a:t>
            </a:r>
            <a:r>
              <a:rPr lang="en-US" altLang="ko-KR" sz="1100" dirty="0"/>
              <a:t>.</a:t>
            </a:r>
          </a:p>
          <a:p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>
                <a:solidFill>
                  <a:srgbClr val="FF0000"/>
                </a:solidFill>
              </a:rPr>
              <a:t>당시 한번 하는데 </a:t>
            </a:r>
            <a:r>
              <a:rPr lang="en-US" altLang="ko-KR" sz="900" dirty="0">
                <a:solidFill>
                  <a:srgbClr val="FF0000"/>
                </a:solidFill>
              </a:rPr>
              <a:t>1/60</a:t>
            </a:r>
            <a:r>
              <a:rPr lang="ko-KR" altLang="en-US" sz="900" dirty="0">
                <a:solidFill>
                  <a:srgbClr val="FF0000"/>
                </a:solidFill>
              </a:rPr>
              <a:t>초의 </a:t>
            </a:r>
            <a:r>
              <a:rPr lang="en-US" altLang="ko-KR" sz="900" dirty="0">
                <a:solidFill>
                  <a:srgbClr val="FF0000"/>
                </a:solidFill>
              </a:rPr>
              <a:t>0.029124 </a:t>
            </a:r>
            <a:r>
              <a:rPr lang="ko-KR" altLang="en-US" sz="900" dirty="0">
                <a:solidFill>
                  <a:srgbClr val="FF0000"/>
                </a:solidFill>
              </a:rPr>
              <a:t>만큼 시간이 들었다</a:t>
            </a:r>
            <a:r>
              <a:rPr lang="en-US" altLang="ko-KR" sz="900" dirty="0">
                <a:solidFill>
                  <a:srgbClr val="FF0000"/>
                </a:solidFill>
              </a:rPr>
              <a:t>. </a:t>
            </a:r>
            <a:r>
              <a:rPr lang="ko-KR" altLang="en-US" sz="900" dirty="0">
                <a:solidFill>
                  <a:srgbClr val="FF0000"/>
                </a:solidFill>
              </a:rPr>
              <a:t>왜 이렇게 오래 걸렸는지를 교수님께서 나중에 지적해 주셔서 알아봤는데</a:t>
            </a:r>
            <a:r>
              <a:rPr lang="en-US" altLang="ko-KR" sz="900" dirty="0">
                <a:solidFill>
                  <a:srgbClr val="FF0000"/>
                </a:solidFill>
              </a:rPr>
              <a:t>, </a:t>
            </a:r>
            <a:r>
              <a:rPr lang="ko-KR" altLang="en-US" sz="900" dirty="0">
                <a:solidFill>
                  <a:srgbClr val="FF0000"/>
                </a:solidFill>
              </a:rPr>
              <a:t>확인 결과 알고리즘의 문제는 아니다</a:t>
            </a:r>
            <a:r>
              <a:rPr lang="en-US" altLang="ko-KR" sz="900" dirty="0">
                <a:solidFill>
                  <a:srgbClr val="FF0000"/>
                </a:solidFill>
              </a:rPr>
              <a:t>. </a:t>
            </a:r>
            <a:r>
              <a:rPr lang="ko-KR" altLang="en-US" sz="900" dirty="0">
                <a:solidFill>
                  <a:srgbClr val="FF0000"/>
                </a:solidFill>
              </a:rPr>
              <a:t>곱셈은 문제가 되지 않을 정도로 적게 일어나며</a:t>
            </a:r>
            <a:r>
              <a:rPr lang="en-US" altLang="ko-KR" sz="900" dirty="0">
                <a:solidFill>
                  <a:srgbClr val="FF0000"/>
                </a:solidFill>
              </a:rPr>
              <a:t>, </a:t>
            </a:r>
            <a:r>
              <a:rPr lang="ko-KR" altLang="en-US" sz="900" dirty="0">
                <a:solidFill>
                  <a:srgbClr val="FF0000"/>
                </a:solidFill>
              </a:rPr>
              <a:t>추정하기로는</a:t>
            </a:r>
            <a:r>
              <a:rPr lang="en-US" altLang="ko-KR" sz="900" dirty="0">
                <a:solidFill>
                  <a:srgbClr val="FF0000"/>
                </a:solidFill>
              </a:rPr>
              <a:t>, </a:t>
            </a:r>
            <a:r>
              <a:rPr lang="ko-KR" altLang="en-US" sz="900" dirty="0">
                <a:solidFill>
                  <a:srgbClr val="FF0000"/>
                </a:solidFill>
              </a:rPr>
              <a:t>캐시미스</a:t>
            </a:r>
            <a:r>
              <a:rPr lang="en-US" altLang="ko-KR" sz="900" dirty="0">
                <a:solidFill>
                  <a:srgbClr val="FF0000"/>
                </a:solidFill>
              </a:rPr>
              <a:t>, </a:t>
            </a:r>
            <a:r>
              <a:rPr lang="ko-KR" altLang="en-US" sz="900" dirty="0" err="1">
                <a:solidFill>
                  <a:srgbClr val="FF0000"/>
                </a:solidFill>
              </a:rPr>
              <a:t>페이지폴트</a:t>
            </a:r>
            <a:r>
              <a:rPr lang="en-US" altLang="ko-KR" sz="900" dirty="0">
                <a:solidFill>
                  <a:srgbClr val="FF0000"/>
                </a:solidFill>
              </a:rPr>
              <a:t>, float</a:t>
            </a:r>
            <a:r>
              <a:rPr lang="ko-KR" altLang="en-US" sz="900" dirty="0">
                <a:solidFill>
                  <a:srgbClr val="FF0000"/>
                </a:solidFill>
              </a:rPr>
              <a:t>의 </a:t>
            </a:r>
            <a:r>
              <a:rPr lang="ko-KR" altLang="en-US" sz="900" dirty="0" err="1">
                <a:solidFill>
                  <a:srgbClr val="FF0000"/>
                </a:solidFill>
              </a:rPr>
              <a:t>디노멀연산이</a:t>
            </a:r>
            <a:r>
              <a:rPr lang="ko-KR" altLang="en-US" sz="900" dirty="0">
                <a:solidFill>
                  <a:srgbClr val="FF0000"/>
                </a:solidFill>
              </a:rPr>
              <a:t> 부모 자식끼리 곱하면서 계속 일어난 문제인 것 같다</a:t>
            </a:r>
            <a:r>
              <a:rPr lang="en-US" altLang="ko-KR" sz="900" dirty="0">
                <a:solidFill>
                  <a:srgbClr val="FF0000"/>
                </a:solidFill>
              </a:rPr>
              <a:t>.) - </a:t>
            </a:r>
            <a:r>
              <a:rPr lang="ko-KR" altLang="en-US" sz="900" dirty="0">
                <a:solidFill>
                  <a:srgbClr val="FF0000"/>
                </a:solidFill>
              </a:rPr>
              <a:t>프로젝트를 시작할 때 </a:t>
            </a:r>
            <a:r>
              <a:rPr lang="en-US" altLang="ko-KR" sz="900" dirty="0">
                <a:solidFill>
                  <a:srgbClr val="FF0000"/>
                </a:solidFill>
              </a:rPr>
              <a:t>float</a:t>
            </a:r>
            <a:r>
              <a:rPr lang="ko-KR" altLang="en-US" sz="900" dirty="0">
                <a:solidFill>
                  <a:srgbClr val="FF0000"/>
                </a:solidFill>
              </a:rPr>
              <a:t>의 </a:t>
            </a:r>
            <a:r>
              <a:rPr lang="ko-KR" altLang="en-US" sz="900" dirty="0" err="1">
                <a:solidFill>
                  <a:srgbClr val="FF0000"/>
                </a:solidFill>
              </a:rPr>
              <a:t>디노멀</a:t>
            </a:r>
            <a:r>
              <a:rPr lang="ko-KR" altLang="en-US" sz="900" dirty="0">
                <a:solidFill>
                  <a:srgbClr val="FF0000"/>
                </a:solidFill>
              </a:rPr>
              <a:t> 연산에 대한 이해도가 아예 없었던 것이 큰 패착이 아닐까 </a:t>
            </a:r>
            <a:r>
              <a:rPr lang="ko-KR" altLang="en-US" sz="900" dirty="0" err="1">
                <a:solidFill>
                  <a:srgbClr val="FF0000"/>
                </a:solidFill>
              </a:rPr>
              <a:t>생각중이다</a:t>
            </a:r>
            <a:r>
              <a:rPr lang="en-US" altLang="ko-KR" sz="900" dirty="0">
                <a:solidFill>
                  <a:srgbClr val="FF0000"/>
                </a:solidFill>
              </a:rPr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이를 해결하기 위해 </a:t>
            </a:r>
            <a:r>
              <a:rPr lang="en-US" altLang="ko-KR" sz="1100" dirty="0"/>
              <a:t>GPU </a:t>
            </a:r>
            <a:r>
              <a:rPr lang="ko-KR" altLang="en-US" sz="1100" dirty="0"/>
              <a:t>애니메이션을 수행하기로 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Humanoid Index, </a:t>
            </a:r>
            <a:r>
              <a:rPr lang="en-US" altLang="ko-KR" sz="1100" dirty="0" err="1"/>
              <a:t>ModelNodeIndex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BoneIndex</a:t>
            </a:r>
            <a:r>
              <a:rPr lang="en-US" altLang="ko-KR" sz="1100" dirty="0"/>
              <a:t> </a:t>
            </a:r>
            <a:r>
              <a:rPr lang="ko-KR" altLang="en-US" sz="1100" dirty="0"/>
              <a:t>간의 변환을 하면서 </a:t>
            </a:r>
            <a:endParaRPr lang="en-US" altLang="ko-KR" sz="1100" dirty="0"/>
          </a:p>
          <a:p>
            <a:r>
              <a:rPr lang="ko-KR" altLang="en-US" sz="1100" dirty="0"/>
              <a:t>트리의 </a:t>
            </a:r>
            <a:r>
              <a:rPr lang="ko-KR" altLang="en-US" sz="1100" dirty="0" err="1"/>
              <a:t>부모노드</a:t>
            </a:r>
            <a:r>
              <a:rPr lang="ko-KR" altLang="en-US" sz="1100" dirty="0"/>
              <a:t> 탐색을 통해 최종 </a:t>
            </a:r>
            <a:r>
              <a:rPr lang="en-US" altLang="ko-KR" sz="1100" dirty="0"/>
              <a:t>Bone</a:t>
            </a:r>
            <a:r>
              <a:rPr lang="ko-KR" altLang="en-US" sz="1100" dirty="0"/>
              <a:t>의 </a:t>
            </a:r>
            <a:r>
              <a:rPr lang="en-US" altLang="ko-KR" sz="1100" dirty="0"/>
              <a:t>World</a:t>
            </a:r>
            <a:r>
              <a:rPr lang="ko-KR" altLang="en-US" sz="1100" dirty="0"/>
              <a:t>를 구하는 과정과</a:t>
            </a:r>
            <a:endParaRPr lang="en-US" altLang="ko-KR" sz="1100" dirty="0"/>
          </a:p>
          <a:p>
            <a:r>
              <a:rPr lang="en-US" altLang="ko-KR" sz="1100" dirty="0"/>
              <a:t>GPU</a:t>
            </a:r>
            <a:r>
              <a:rPr lang="ko-KR" altLang="en-US" sz="1100" dirty="0"/>
              <a:t>로 애니메이션을 수행하고</a:t>
            </a:r>
            <a:r>
              <a:rPr lang="en-US" altLang="ko-KR" sz="1100" dirty="0"/>
              <a:t>, </a:t>
            </a:r>
            <a:r>
              <a:rPr lang="ko-KR" altLang="en-US" sz="1100" dirty="0"/>
              <a:t>보여주는 것이 꽤 나에게는 난이도가 있었다</a:t>
            </a:r>
            <a:r>
              <a:rPr lang="en-US" altLang="ko-KR" sz="1100" dirty="0"/>
              <a:t>.</a:t>
            </a:r>
          </a:p>
          <a:p>
            <a:r>
              <a:rPr lang="ko-KR" altLang="en-US" sz="900" dirty="0">
                <a:solidFill>
                  <a:srgbClr val="FF0000"/>
                </a:solidFill>
              </a:rPr>
              <a:t>결과적으로 해결했지만 맞는 방향이었나</a:t>
            </a:r>
            <a:r>
              <a:rPr lang="en-US" altLang="ko-KR" sz="900" dirty="0">
                <a:solidFill>
                  <a:srgbClr val="FF0000"/>
                </a:solidFill>
              </a:rPr>
              <a:t>?</a:t>
            </a:r>
            <a:r>
              <a:rPr lang="ko-KR" altLang="en-US" sz="900" dirty="0">
                <a:solidFill>
                  <a:srgbClr val="FF0000"/>
                </a:solidFill>
              </a:rPr>
              <a:t> 생각이 든다</a:t>
            </a:r>
            <a:r>
              <a:rPr lang="en-US" altLang="ko-KR" sz="900" dirty="0">
                <a:solidFill>
                  <a:srgbClr val="FF0000"/>
                </a:solidFill>
              </a:rPr>
              <a:t>. </a:t>
            </a:r>
            <a:r>
              <a:rPr lang="ko-KR" altLang="en-US" sz="900" dirty="0">
                <a:solidFill>
                  <a:srgbClr val="FF0000"/>
                </a:solidFill>
              </a:rPr>
              <a:t>다만 애니메이션 </a:t>
            </a:r>
            <a:r>
              <a:rPr lang="ko-KR" altLang="en-US" sz="900" dirty="0" err="1">
                <a:solidFill>
                  <a:srgbClr val="FF0000"/>
                </a:solidFill>
              </a:rPr>
              <a:t>블렌딩과</a:t>
            </a:r>
            <a:r>
              <a:rPr lang="ko-KR" altLang="en-US" sz="900" dirty="0">
                <a:solidFill>
                  <a:srgbClr val="FF0000"/>
                </a:solidFill>
              </a:rPr>
              <a:t> </a:t>
            </a:r>
            <a:r>
              <a:rPr lang="ko-KR" altLang="en-US" sz="900" dirty="0" err="1">
                <a:solidFill>
                  <a:srgbClr val="FF0000"/>
                </a:solidFill>
              </a:rPr>
              <a:t>마스킹</a:t>
            </a:r>
            <a:r>
              <a:rPr lang="en-US" altLang="ko-KR" sz="900" dirty="0">
                <a:solidFill>
                  <a:srgbClr val="FF0000"/>
                </a:solidFill>
              </a:rPr>
              <a:t>, </a:t>
            </a:r>
            <a:r>
              <a:rPr lang="ko-KR" altLang="en-US" sz="900" dirty="0">
                <a:solidFill>
                  <a:srgbClr val="FF0000"/>
                </a:solidFill>
              </a:rPr>
              <a:t>대규모의 애니메이션 처리를 위해서는 어차피 나중에 해야 할 일이었을까</a:t>
            </a:r>
            <a:r>
              <a:rPr lang="en-US" altLang="ko-KR" sz="900" dirty="0">
                <a:solidFill>
                  <a:srgbClr val="FF0000"/>
                </a:solidFill>
              </a:rPr>
              <a:t>? </a:t>
            </a:r>
            <a:r>
              <a:rPr lang="ko-KR" altLang="en-US" sz="900" dirty="0">
                <a:solidFill>
                  <a:srgbClr val="FF0000"/>
                </a:solidFill>
              </a:rPr>
              <a:t>아니면 애초에 </a:t>
            </a:r>
            <a:r>
              <a:rPr lang="en-US" altLang="ko-KR" sz="900" dirty="0">
                <a:solidFill>
                  <a:srgbClr val="FF0000"/>
                </a:solidFill>
              </a:rPr>
              <a:t>CPU </a:t>
            </a:r>
            <a:r>
              <a:rPr lang="ko-KR" altLang="en-US" sz="900" dirty="0">
                <a:solidFill>
                  <a:srgbClr val="FF0000"/>
                </a:solidFill>
              </a:rPr>
              <a:t>병목을 제대로 고려하지 못해 일어난 소모적인 노력인가</a:t>
            </a:r>
            <a:r>
              <a:rPr lang="en-US" altLang="ko-KR" sz="9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5D243E-331C-3B97-11C7-DFBE7FEC775A}"/>
              </a:ext>
            </a:extLst>
          </p:cNvPr>
          <p:cNvSpPr txBox="1"/>
          <p:nvPr/>
        </p:nvSpPr>
        <p:spPr>
          <a:xfrm>
            <a:off x="723900" y="3856464"/>
            <a:ext cx="50673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7. TTF - SDF </a:t>
            </a:r>
            <a:r>
              <a:rPr lang="ko-KR" altLang="en-US" b="1"/>
              <a:t>텍스트 출력</a:t>
            </a:r>
            <a:endParaRPr lang="en-US" altLang="ko-KR" b="1"/>
          </a:p>
          <a:p>
            <a:r>
              <a:rPr lang="en-US" altLang="ko-KR" sz="1100"/>
              <a:t>SDF(Sign Distanced Field : </a:t>
            </a:r>
            <a:r>
              <a:rPr lang="ko-KR" altLang="en-US" sz="1100"/>
              <a:t>각 픽셀은 가장 물체와 가장 가까운 거리를 담는다</a:t>
            </a:r>
            <a:r>
              <a:rPr lang="en-US" altLang="ko-KR" sz="1100"/>
              <a:t>.)</a:t>
            </a:r>
          </a:p>
          <a:p>
            <a:r>
              <a:rPr lang="en-US" altLang="ko-KR" sz="1100"/>
              <a:t>TTF</a:t>
            </a:r>
            <a:r>
              <a:rPr lang="ko-KR" altLang="en-US" sz="1100"/>
              <a:t>에서 읽어온 텍스트의 데이터를 </a:t>
            </a:r>
            <a:r>
              <a:rPr lang="en-US" altLang="ko-KR" sz="1100"/>
              <a:t>SDF</a:t>
            </a:r>
            <a:r>
              <a:rPr lang="ko-KR" altLang="en-US" sz="1100"/>
              <a:t>로 재구성</a:t>
            </a:r>
            <a:endParaRPr lang="en-US" altLang="ko-KR" sz="1100"/>
          </a:p>
          <a:p>
            <a:r>
              <a:rPr lang="ko-KR" altLang="en-US" sz="1100"/>
              <a:t>픽셀 하나를 찍을 때마다 모든 픽셀에 대해 거리 계산을 수행해 매우 느렸으나</a:t>
            </a:r>
            <a:r>
              <a:rPr lang="en-US" altLang="ko-KR" sz="1100"/>
              <a:t>,</a:t>
            </a:r>
          </a:p>
          <a:p>
            <a:r>
              <a:rPr lang="ko-KR" altLang="en-US" sz="1100" b="1"/>
              <a:t>원점에서 가장 가까운 픽셀 순서대로 순회할 수 있는 테이블을 제작해 최적화</a:t>
            </a:r>
            <a:r>
              <a:rPr lang="en-US" altLang="ko-KR" sz="1100" b="1"/>
              <a:t>.</a:t>
            </a:r>
          </a:p>
          <a:p>
            <a:endParaRPr lang="en-US" altLang="ko-KR" sz="1100"/>
          </a:p>
          <a:p>
            <a:r>
              <a:rPr lang="ko-KR" altLang="en-US" sz="1100"/>
              <a:t>글자를 이루는 외곽선을 기준으로</a:t>
            </a:r>
            <a:r>
              <a:rPr lang="en-US" altLang="ko-KR" sz="1100"/>
              <a:t> </a:t>
            </a:r>
            <a:r>
              <a:rPr lang="ko-KR" altLang="en-US" sz="1100"/>
              <a:t>한 픽셀은 외곽선과의 최소거리를</a:t>
            </a:r>
            <a:endParaRPr lang="en-US" altLang="ko-KR" sz="1100"/>
          </a:p>
          <a:p>
            <a:r>
              <a:rPr lang="ko-KR" altLang="en-US" sz="1100"/>
              <a:t>저장한다</a:t>
            </a:r>
            <a:r>
              <a:rPr lang="en-US" altLang="ko-KR" sz="1100"/>
              <a:t>. </a:t>
            </a:r>
            <a:r>
              <a:rPr lang="ko-KR" altLang="en-US" sz="1100"/>
              <a:t>부호는 내부일 경우 음수</a:t>
            </a:r>
            <a:r>
              <a:rPr lang="en-US" altLang="ko-KR" sz="1100"/>
              <a:t> </a:t>
            </a:r>
            <a:r>
              <a:rPr lang="ko-KR" altLang="en-US" sz="1100"/>
              <a:t>외부일 경우 양수가 된다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이것을 활용해 다양한 글자의 효과를</a:t>
            </a:r>
            <a:r>
              <a:rPr lang="en-US" altLang="ko-KR" sz="1100"/>
              <a:t> </a:t>
            </a:r>
            <a:r>
              <a:rPr lang="ko-KR" altLang="en-US" sz="1100"/>
              <a:t>구현할 수 있다</a:t>
            </a:r>
            <a:r>
              <a:rPr lang="en-US" altLang="ko-KR" sz="1100"/>
              <a:t>.</a:t>
            </a:r>
          </a:p>
          <a:p>
            <a:r>
              <a:rPr lang="ko-KR" altLang="en-US" sz="1100"/>
              <a:t>기본적으로 출력할 픽셀의</a:t>
            </a:r>
            <a:r>
              <a:rPr lang="en-US" altLang="ko-KR" sz="1100"/>
              <a:t> </a:t>
            </a:r>
            <a:r>
              <a:rPr lang="ko-KR" altLang="en-US" sz="1100"/>
              <a:t>최솟값과 최댓값을 지정하면 된다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(-128 ~ 0) : </a:t>
            </a:r>
            <a:r>
              <a:rPr lang="ko-KR" altLang="en-US" sz="1100"/>
              <a:t>내부가 찬 글자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(0 ~ 127) : </a:t>
            </a:r>
            <a:r>
              <a:rPr lang="ko-KR" altLang="en-US" sz="1100"/>
              <a:t>외부만 차고 내부는 빈 글자</a:t>
            </a:r>
            <a:r>
              <a:rPr lang="en-US" altLang="ko-KR" sz="1100"/>
              <a:t>.</a:t>
            </a:r>
          </a:p>
          <a:p>
            <a:r>
              <a:rPr lang="en-US" altLang="ko-KR" sz="1100"/>
              <a:t>(-128 ~ 30) : </a:t>
            </a:r>
            <a:r>
              <a:rPr lang="ko-KR" altLang="en-US" sz="1100"/>
              <a:t>조금 굵은 글자</a:t>
            </a:r>
            <a:endParaRPr lang="en-US" altLang="ko-KR" sz="1100"/>
          </a:p>
          <a:p>
            <a:r>
              <a:rPr lang="en-US" altLang="ko-KR" sz="1100"/>
              <a:t>(0 ~ 0) : </a:t>
            </a:r>
            <a:r>
              <a:rPr lang="ko-KR" altLang="en-US" sz="1100"/>
              <a:t>외곽선</a:t>
            </a:r>
            <a:endParaRPr lang="en-US" altLang="ko-KR" sz="11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881645E-D35C-A573-94ED-D3D63B9B5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700" y="1506906"/>
            <a:ext cx="1955800" cy="263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39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AB213-773B-9E23-EA76-AD2A5CB15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05191-C322-56EC-8F42-0B796A9EA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레이트레이싱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3A61FE-428F-14D9-E241-DBEE66C7951C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FC2CAA-C335-F529-FFFE-033C50C1B0EC}"/>
              </a:ext>
            </a:extLst>
          </p:cNvPr>
          <p:cNvSpPr txBox="1"/>
          <p:nvPr/>
        </p:nvSpPr>
        <p:spPr>
          <a:xfrm>
            <a:off x="723900" y="1389330"/>
            <a:ext cx="5372100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 err="1"/>
              <a:t>레이트레이싱과</a:t>
            </a:r>
            <a:r>
              <a:rPr lang="ko-KR" altLang="en-US" b="1" dirty="0"/>
              <a:t> </a:t>
            </a:r>
            <a:r>
              <a:rPr lang="ko-KR" altLang="en-US" b="1" dirty="0" err="1"/>
              <a:t>레스터에서</a:t>
            </a:r>
            <a:r>
              <a:rPr lang="ko-KR" altLang="en-US" b="1" dirty="0"/>
              <a:t> </a:t>
            </a:r>
            <a:r>
              <a:rPr lang="en-US" altLang="ko-KR" b="1" dirty="0"/>
              <a:t>Mesh </a:t>
            </a:r>
            <a:r>
              <a:rPr lang="ko-KR" altLang="en-US" b="1" dirty="0"/>
              <a:t>정보를 공유</a:t>
            </a:r>
            <a:endParaRPr lang="en-US" altLang="ko-KR" b="1" dirty="0"/>
          </a:p>
          <a:p>
            <a:r>
              <a:rPr lang="ko-KR" altLang="en-US" sz="1100"/>
              <a:t>레이트레이싱 </a:t>
            </a:r>
            <a:r>
              <a:rPr lang="ko-KR" altLang="en-US" sz="1100" dirty="0"/>
              <a:t>렌더링에서는 모든 </a:t>
            </a:r>
            <a:r>
              <a:rPr lang="ko-KR" altLang="en-US" sz="1100" dirty="0" err="1"/>
              <a:t>버택스</a:t>
            </a:r>
            <a:r>
              <a:rPr lang="en-US" altLang="ko-KR" sz="1100" dirty="0"/>
              <a:t>/</a:t>
            </a:r>
            <a:r>
              <a:rPr lang="ko-KR" altLang="en-US" sz="1100" dirty="0"/>
              <a:t>인덱스 데이터를 바인딩할 필요가 있었다</a:t>
            </a:r>
            <a:r>
              <a:rPr lang="en-US" altLang="ko-KR" sz="1100"/>
              <a:t>. </a:t>
            </a:r>
            <a:r>
              <a:rPr lang="ko-KR" altLang="en-US" sz="1100"/>
              <a:t>컴퓨트셰이더에서 </a:t>
            </a:r>
            <a:r>
              <a:rPr lang="en-US" altLang="ko-KR" sz="1100"/>
              <a:t>Ray</a:t>
            </a:r>
            <a:r>
              <a:rPr lang="ko-KR" altLang="en-US" sz="1100" dirty="0"/>
              <a:t>가 </a:t>
            </a:r>
            <a:r>
              <a:rPr lang="ko-KR" altLang="en-US" sz="1100"/>
              <a:t>충돌한 평면의 </a:t>
            </a:r>
            <a:r>
              <a:rPr lang="ko-KR" altLang="en-US" sz="1100" dirty="0" err="1"/>
              <a:t>노멀과</a:t>
            </a:r>
            <a:r>
              <a:rPr lang="ko-KR" altLang="en-US" sz="1100" dirty="0"/>
              <a:t> 탄젠트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uv</a:t>
            </a:r>
            <a:r>
              <a:rPr lang="en-US" altLang="ko-KR" sz="1100"/>
              <a:t>, </a:t>
            </a:r>
            <a:r>
              <a:rPr lang="ko-KR" altLang="en-US" sz="1100"/>
              <a:t>머터리얼의 정보가</a:t>
            </a:r>
            <a:r>
              <a:rPr lang="en-US" altLang="ko-KR" sz="1100"/>
              <a:t> </a:t>
            </a:r>
            <a:r>
              <a:rPr lang="ko-KR" altLang="en-US" sz="1100" dirty="0"/>
              <a:t>필요했기 때문이다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하지만 그렇다고 </a:t>
            </a:r>
            <a:r>
              <a:rPr lang="ko-KR" altLang="en-US" sz="1100" dirty="0" err="1"/>
              <a:t>레스터와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레이트레이싱용</a:t>
            </a:r>
            <a:r>
              <a:rPr lang="ko-KR" altLang="en-US" sz="1100" dirty="0"/>
              <a:t> </a:t>
            </a:r>
            <a:r>
              <a:rPr lang="en-US" altLang="ko-KR" sz="1100" dirty="0"/>
              <a:t>Mesh Res</a:t>
            </a:r>
            <a:r>
              <a:rPr lang="ko-KR" altLang="en-US" sz="1100" dirty="0"/>
              <a:t>를 따로 만드는 것은 </a:t>
            </a:r>
            <a:endParaRPr lang="en-US" altLang="ko-KR" sz="1100" dirty="0"/>
          </a:p>
          <a:p>
            <a:r>
              <a:rPr lang="ko-KR" altLang="en-US" sz="1100" dirty="0"/>
              <a:t>바람직하지 못했다</a:t>
            </a:r>
            <a:r>
              <a:rPr lang="en-US" altLang="ko-KR" sz="1100" dirty="0"/>
              <a:t>. </a:t>
            </a:r>
            <a:r>
              <a:rPr lang="ko-KR" altLang="en-US" sz="1100" dirty="0"/>
              <a:t>왜냐하면 요새 </a:t>
            </a:r>
            <a:r>
              <a:rPr lang="en-US" altLang="ko-KR" sz="1100" dirty="0"/>
              <a:t>GPU VRAM</a:t>
            </a:r>
            <a:r>
              <a:rPr lang="ko-KR" altLang="en-US" sz="1100" dirty="0"/>
              <a:t>이 감소하는 추세이기도 하고</a:t>
            </a:r>
            <a:r>
              <a:rPr lang="en-US" altLang="ko-KR" sz="1100" dirty="0"/>
              <a:t>, </a:t>
            </a:r>
          </a:p>
          <a:p>
            <a:r>
              <a:rPr lang="en-US" altLang="ko-KR" sz="1100" dirty="0"/>
              <a:t>BLAS </a:t>
            </a:r>
            <a:r>
              <a:rPr lang="ko-KR" altLang="en-US" sz="1100" dirty="0"/>
              <a:t>빌드를 하고 나면</a:t>
            </a:r>
            <a:r>
              <a:rPr lang="en-US" altLang="ko-KR" sz="1100" dirty="0"/>
              <a:t>, </a:t>
            </a:r>
            <a:r>
              <a:rPr lang="ko-KR" altLang="en-US" sz="1100" dirty="0"/>
              <a:t>남아 있는 </a:t>
            </a:r>
            <a:r>
              <a:rPr lang="en-US" altLang="ko-KR" sz="1100" dirty="0"/>
              <a:t>GPU </a:t>
            </a:r>
            <a:r>
              <a:rPr lang="ko-KR" altLang="en-US" sz="1100" dirty="0"/>
              <a:t>메모리가 부족할 것이기 때문이었다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그 때문에 </a:t>
            </a:r>
            <a:r>
              <a:rPr lang="ko-KR" altLang="en-US" sz="1100" dirty="0" err="1"/>
              <a:t>메쉬의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버택스</a:t>
            </a:r>
            <a:r>
              <a:rPr lang="ko-KR" altLang="en-US" sz="1100" dirty="0"/>
              <a:t> 데이터는 </a:t>
            </a:r>
            <a:r>
              <a:rPr lang="ko-KR" altLang="en-US" sz="1100" dirty="0" err="1"/>
              <a:t>레스터와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레이트레이싱에서</a:t>
            </a:r>
            <a:r>
              <a:rPr lang="ko-KR" altLang="en-US" sz="1100" dirty="0"/>
              <a:t> 같은 데이터를 사용해야 했다</a:t>
            </a:r>
            <a:r>
              <a:rPr lang="en-US" altLang="ko-KR" sz="1100" dirty="0"/>
              <a:t>. </a:t>
            </a:r>
            <a:r>
              <a:rPr lang="ko-KR" altLang="en-US" sz="1100" dirty="0"/>
              <a:t>게다가 그런 데이터는 </a:t>
            </a:r>
            <a:r>
              <a:rPr lang="ko-KR" altLang="en-US" sz="1100" dirty="0" err="1"/>
              <a:t>레스터에서의</a:t>
            </a:r>
            <a:r>
              <a:rPr lang="ko-KR" altLang="en-US" sz="1100" dirty="0"/>
              <a:t> </a:t>
            </a:r>
            <a:r>
              <a:rPr lang="en-US" altLang="ko-KR" sz="1100" dirty="0" err="1"/>
              <a:t>VertexBufferView</a:t>
            </a:r>
            <a:r>
              <a:rPr lang="ko-KR" altLang="en-US" sz="1100" dirty="0"/>
              <a:t>와 </a:t>
            </a:r>
            <a:r>
              <a:rPr lang="en-US" altLang="ko-KR" sz="1100" dirty="0" err="1"/>
              <a:t>IndexBufferView</a:t>
            </a:r>
            <a:r>
              <a:rPr lang="ko-KR" altLang="en-US" sz="1100" dirty="0"/>
              <a:t>를 만들 수 있도록 </a:t>
            </a:r>
            <a:r>
              <a:rPr lang="en-US" altLang="ko-KR" sz="1100" dirty="0"/>
              <a:t>GPUVA</a:t>
            </a:r>
            <a:r>
              <a:rPr lang="ko-KR" altLang="en-US" sz="1100" dirty="0"/>
              <a:t>가 정렬되어야 했기 때문에 새로운 </a:t>
            </a:r>
            <a:r>
              <a:rPr lang="ko-KR" altLang="en-US" sz="1100" dirty="0" err="1"/>
              <a:t>메쉬데이터가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시작할때마다</a:t>
            </a:r>
            <a:r>
              <a:rPr lang="ko-KR" altLang="en-US" sz="1100" dirty="0"/>
              <a:t> 그 시작점을 정렬할 필요가 있었다</a:t>
            </a:r>
            <a:r>
              <a:rPr lang="en-US" altLang="ko-KR" sz="1100" dirty="0"/>
              <a:t>. </a:t>
            </a:r>
            <a:r>
              <a:rPr lang="ko-KR" altLang="en-US" sz="1100" dirty="0"/>
              <a:t>정렬의 기준은</a:t>
            </a:r>
            <a:endParaRPr lang="en-US" altLang="ko-KR" sz="1100" dirty="0"/>
          </a:p>
          <a:p>
            <a:r>
              <a:rPr lang="ko-KR" altLang="en-US" sz="1100" dirty="0"/>
              <a:t>단일 </a:t>
            </a:r>
            <a:r>
              <a:rPr lang="ko-KR" altLang="en-US" sz="1100" dirty="0" err="1"/>
              <a:t>버택스의</a:t>
            </a:r>
            <a:r>
              <a:rPr lang="ko-KR" altLang="en-US" sz="1100" dirty="0"/>
              <a:t> 사이즈와 </a:t>
            </a:r>
            <a:r>
              <a:rPr lang="en-US" altLang="ko-KR" sz="1100" dirty="0"/>
              <a:t>256</a:t>
            </a:r>
            <a:r>
              <a:rPr lang="ko-KR" altLang="en-US" sz="1100" dirty="0"/>
              <a:t>의 </a:t>
            </a:r>
            <a:r>
              <a:rPr lang="ko-KR" altLang="en-US" sz="1100" dirty="0" err="1"/>
              <a:t>최소공배수가</a:t>
            </a:r>
            <a:r>
              <a:rPr lang="ko-KR" altLang="en-US" sz="1100" dirty="0"/>
              <a:t> 되어야 하기 때문에 다음과 같이 </a:t>
            </a:r>
            <a:r>
              <a:rPr lang="ko-KR" altLang="en-US" sz="1100" dirty="0" err="1"/>
              <a:t>버택스</a:t>
            </a:r>
            <a:r>
              <a:rPr lang="ko-KR" altLang="en-US" sz="1100" dirty="0"/>
              <a:t> 데이터를 잡았다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48</a:t>
            </a:r>
            <a:r>
              <a:rPr lang="ko-KR" altLang="en-US" sz="1100" dirty="0"/>
              <a:t>이 바람직했다</a:t>
            </a:r>
            <a:r>
              <a:rPr lang="en-US" altLang="ko-KR" sz="1100" dirty="0"/>
              <a:t>. 768</a:t>
            </a:r>
            <a:r>
              <a:rPr lang="ko-KR" altLang="en-US" sz="1100" dirty="0"/>
              <a:t>바이트 단위로 정렬된다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extra</a:t>
            </a:r>
            <a:r>
              <a:rPr lang="ko-KR" altLang="en-US" sz="1100" dirty="0"/>
              <a:t> </a:t>
            </a:r>
            <a:r>
              <a:rPr lang="en-US" altLang="ko-KR" sz="1100" dirty="0"/>
              <a:t>+</a:t>
            </a:r>
            <a:r>
              <a:rPr lang="ko-KR" altLang="en-US" sz="1100" dirty="0"/>
              <a:t> </a:t>
            </a:r>
            <a:r>
              <a:rPr lang="en-US" altLang="ko-KR" sz="1100" dirty="0"/>
              <a:t>[</a:t>
            </a:r>
            <a:r>
              <a:rPr lang="en-US" altLang="ko-KR" sz="1100" dirty="0" err="1"/>
              <a:t>LocalRootSig</a:t>
            </a:r>
            <a:r>
              <a:rPr lang="ko-KR" altLang="en-US" sz="1100" dirty="0"/>
              <a:t>의 시작 </a:t>
            </a:r>
            <a:r>
              <a:rPr lang="ko-KR" altLang="en-US" sz="1100" dirty="0" err="1"/>
              <a:t>머터리얼</a:t>
            </a:r>
            <a:r>
              <a:rPr lang="ko-KR" altLang="en-US" sz="1100" dirty="0"/>
              <a:t> 인덱스</a:t>
            </a:r>
            <a:r>
              <a:rPr lang="en-US" altLang="ko-KR" sz="1100" dirty="0"/>
              <a:t>]</a:t>
            </a:r>
          </a:p>
          <a:p>
            <a:r>
              <a:rPr lang="ko-KR" altLang="en-US" sz="1100" dirty="0" err="1"/>
              <a:t>를</a:t>
            </a:r>
            <a:r>
              <a:rPr lang="ko-KR" altLang="en-US" sz="1100" dirty="0"/>
              <a:t> 하면 해당 점의 </a:t>
            </a:r>
            <a:r>
              <a:rPr lang="ko-KR" altLang="en-US" sz="1100" dirty="0" err="1"/>
              <a:t>머터리얼</a:t>
            </a:r>
            <a:r>
              <a:rPr lang="ko-KR" altLang="en-US" sz="1100" dirty="0"/>
              <a:t> 인덱스가 나온다</a:t>
            </a:r>
            <a:r>
              <a:rPr lang="en-US" altLang="ko-KR" sz="11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32E4F2-1737-1AED-EB99-01C6D66224B5}"/>
              </a:ext>
            </a:extLst>
          </p:cNvPr>
          <p:cNvSpPr txBox="1"/>
          <p:nvPr/>
        </p:nvSpPr>
        <p:spPr>
          <a:xfrm>
            <a:off x="6210300" y="1389330"/>
            <a:ext cx="5725026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</a:t>
            </a:r>
            <a:r>
              <a:rPr lang="ko-KR" altLang="en-US" b="1" dirty="0" err="1"/>
              <a:t>레이트레이싱</a:t>
            </a:r>
            <a:r>
              <a:rPr lang="ko-KR" altLang="en-US" b="1" dirty="0"/>
              <a:t> </a:t>
            </a:r>
            <a:r>
              <a:rPr lang="ko-KR" altLang="en-US" b="1" dirty="0" err="1"/>
              <a:t>서브메쉬</a:t>
            </a:r>
            <a:r>
              <a:rPr lang="ko-KR" altLang="en-US" b="1" dirty="0"/>
              <a:t> 처리 방법</a:t>
            </a:r>
            <a:endParaRPr lang="en-US" altLang="ko-KR" b="1" dirty="0"/>
          </a:p>
          <a:p>
            <a:r>
              <a:rPr lang="ko-KR" altLang="en-US" sz="1100" dirty="0"/>
              <a:t>처음에 </a:t>
            </a:r>
            <a:r>
              <a:rPr lang="ko-KR" altLang="en-US" sz="1100" dirty="0" err="1"/>
              <a:t>서브메쉬의</a:t>
            </a:r>
            <a:r>
              <a:rPr lang="ko-KR" altLang="en-US" sz="1100" dirty="0"/>
              <a:t> 경우</a:t>
            </a:r>
            <a:r>
              <a:rPr lang="en-US" altLang="ko-KR" sz="1100" dirty="0"/>
              <a:t>, Geometry</a:t>
            </a:r>
            <a:r>
              <a:rPr lang="ko-KR" altLang="en-US" sz="1100" dirty="0"/>
              <a:t>와 </a:t>
            </a:r>
            <a:r>
              <a:rPr lang="en-US" altLang="ko-KR" sz="1100" dirty="0"/>
              <a:t>BLAS</a:t>
            </a:r>
            <a:r>
              <a:rPr lang="ko-KR" altLang="en-US" sz="1100" dirty="0"/>
              <a:t>를 </a:t>
            </a:r>
            <a:r>
              <a:rPr lang="ko-KR" altLang="en-US" sz="1100" dirty="0" err="1"/>
              <a:t>서브메쉬마다</a:t>
            </a:r>
            <a:r>
              <a:rPr lang="ko-KR" altLang="en-US" sz="1100" dirty="0"/>
              <a:t> 만들었었다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그렇게 한 이유는 서로 다른 </a:t>
            </a:r>
            <a:r>
              <a:rPr lang="en-US" altLang="ko-KR" sz="1100" dirty="0" err="1"/>
              <a:t>ShaderRecord</a:t>
            </a:r>
            <a:r>
              <a:rPr lang="ko-KR" altLang="en-US" sz="1100" dirty="0"/>
              <a:t>를 써서 다른 </a:t>
            </a:r>
            <a:r>
              <a:rPr lang="ko-KR" altLang="en-US" sz="1100" dirty="0" err="1"/>
              <a:t>머터리얼을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r>
              <a:rPr lang="ko-KR" altLang="en-US" sz="1100" dirty="0"/>
              <a:t>바인딩해야 했기 때문인데</a:t>
            </a:r>
            <a:r>
              <a:rPr lang="en-US" altLang="ko-KR" sz="1100" dirty="0"/>
              <a:t>, </a:t>
            </a:r>
            <a:r>
              <a:rPr lang="ko-KR" altLang="en-US" sz="1100" dirty="0"/>
              <a:t>그렇게 했더니 </a:t>
            </a:r>
            <a:r>
              <a:rPr lang="en-US" altLang="ko-KR" sz="1100" dirty="0"/>
              <a:t>fps</a:t>
            </a:r>
            <a:r>
              <a:rPr lang="ko-KR" altLang="en-US" sz="1100" dirty="0"/>
              <a:t>가 아주 많이 떨어지는 사태가 발생했다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이유는 </a:t>
            </a:r>
            <a:r>
              <a:rPr lang="ko-KR" altLang="en-US" sz="1100" dirty="0" err="1"/>
              <a:t>서브메쉬들의</a:t>
            </a:r>
            <a:r>
              <a:rPr lang="ko-KR" altLang="en-US" sz="1100" dirty="0"/>
              <a:t> </a:t>
            </a:r>
            <a:r>
              <a:rPr lang="en-US" altLang="ko-KR" sz="1100" dirty="0"/>
              <a:t>BLAS</a:t>
            </a:r>
            <a:r>
              <a:rPr lang="ko-KR" altLang="en-US" sz="1100" dirty="0"/>
              <a:t>의 범위가 서로 겹쳐져서 </a:t>
            </a:r>
            <a:r>
              <a:rPr lang="en-US" altLang="ko-KR" sz="1100" dirty="0" err="1"/>
              <a:t>TraceRay</a:t>
            </a:r>
            <a:r>
              <a:rPr lang="ko-KR" altLang="en-US" sz="1100" dirty="0"/>
              <a:t>가 </a:t>
            </a:r>
            <a:r>
              <a:rPr lang="en-US" altLang="ko-KR" sz="1100" dirty="0" err="1"/>
              <a:t>ClosestHit</a:t>
            </a:r>
            <a:r>
              <a:rPr lang="ko-KR" altLang="en-US" sz="1100" dirty="0"/>
              <a:t>를 찾는데 시간이 많이 소진되었기 때문이었다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그래서 그것을 해결하기 위해 </a:t>
            </a:r>
            <a:r>
              <a:rPr lang="en-US" altLang="ko-KR" sz="1100" dirty="0" err="1"/>
              <a:t>ShaderRecord</a:t>
            </a:r>
            <a:r>
              <a:rPr lang="ko-KR" altLang="en-US" sz="1100" dirty="0"/>
              <a:t>에는 </a:t>
            </a:r>
            <a:r>
              <a:rPr lang="ko-KR" altLang="en-US" sz="1100" dirty="0" err="1"/>
              <a:t>머터리얼</a:t>
            </a:r>
            <a:r>
              <a:rPr lang="ko-KR" altLang="en-US" sz="1100" dirty="0"/>
              <a:t> 시작 인덱스만 부여하고</a:t>
            </a:r>
            <a:r>
              <a:rPr lang="en-US" altLang="ko-KR" sz="1100" dirty="0"/>
              <a:t>,</a:t>
            </a:r>
          </a:p>
          <a:p>
            <a:r>
              <a:rPr lang="ko-KR" altLang="en-US" sz="1100" dirty="0"/>
              <a:t>하나의 </a:t>
            </a:r>
            <a:r>
              <a:rPr lang="ko-KR" altLang="en-US" sz="1100" dirty="0" err="1"/>
              <a:t>메쉬속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점들에서</a:t>
            </a:r>
            <a:r>
              <a:rPr lang="ko-KR" altLang="en-US" sz="1100" dirty="0"/>
              <a:t> 각각 다른 </a:t>
            </a:r>
            <a:r>
              <a:rPr lang="ko-KR" altLang="en-US" sz="1100" dirty="0" err="1"/>
              <a:t>머터리얼</a:t>
            </a:r>
            <a:r>
              <a:rPr lang="ko-KR" altLang="en-US" sz="1100" dirty="0"/>
              <a:t> 인덱스를 가질 수 있도록 조정했다</a:t>
            </a:r>
            <a:r>
              <a:rPr lang="en-US" altLang="ko-KR" sz="1100" dirty="0"/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DE2F6D9-44ED-49F5-0BBD-5D9EAB0D6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127" y="3667113"/>
            <a:ext cx="1923473" cy="102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16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D140-CB3F-98CB-A8BA-56E0BB39A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762BFAA-2E5B-7E29-F64F-B36350841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43" y="3467516"/>
            <a:ext cx="3970244" cy="32620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A450AB6-271F-68CB-4B20-09B6CC262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445" y="3015120"/>
            <a:ext cx="3173117" cy="38428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468428F-82AF-BF75-B5CD-ECF79CBD2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레이트레이싱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39EDE-575E-F3C3-BBFE-5CD5BCAEDD5D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E3A0C-4B1C-5F64-40DB-62462B4DD5BD}"/>
              </a:ext>
            </a:extLst>
          </p:cNvPr>
          <p:cNvSpPr txBox="1"/>
          <p:nvPr/>
        </p:nvSpPr>
        <p:spPr>
          <a:xfrm>
            <a:off x="6146800" y="1649440"/>
            <a:ext cx="53721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4. Seamless Zone</a:t>
            </a:r>
            <a:r>
              <a:rPr lang="ko-KR" altLang="en-US" b="1" dirty="0"/>
              <a:t>을 </a:t>
            </a:r>
            <a:r>
              <a:rPr lang="en-US" altLang="ko-KR" b="1" dirty="0"/>
              <a:t>Client</a:t>
            </a:r>
            <a:r>
              <a:rPr lang="ko-KR" altLang="en-US" b="1" dirty="0"/>
              <a:t>에 적용하기</a:t>
            </a:r>
            <a:endParaRPr lang="en-US" altLang="ko-KR" b="1" dirty="0"/>
          </a:p>
          <a:p>
            <a:r>
              <a:rPr lang="ko-KR" altLang="en-US" sz="1100" dirty="0" err="1"/>
              <a:t>심리스</a:t>
            </a:r>
            <a:r>
              <a:rPr lang="ko-KR" altLang="en-US" sz="1100" dirty="0"/>
              <a:t> 존은 클라이언트가 어떤 </a:t>
            </a:r>
            <a:r>
              <a:rPr lang="ko-KR" altLang="en-US" sz="1100" dirty="0" err="1"/>
              <a:t>존에</a:t>
            </a:r>
            <a:r>
              <a:rPr lang="ko-KR" altLang="en-US" sz="1100" dirty="0"/>
              <a:t> 위치해 있으면</a:t>
            </a:r>
            <a:r>
              <a:rPr lang="en-US" altLang="ko-KR" sz="1100" dirty="0"/>
              <a:t>, </a:t>
            </a:r>
            <a:r>
              <a:rPr lang="ko-KR" altLang="en-US" sz="1100" dirty="0"/>
              <a:t>인접한 존의 맵 데이터를 모조리 가지고 있어야 한다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문제는 존 데이터</a:t>
            </a:r>
            <a:r>
              <a:rPr lang="en-US" altLang="ko-KR" sz="1100" dirty="0"/>
              <a:t>(</a:t>
            </a:r>
            <a:r>
              <a:rPr lang="ko-KR" altLang="en-US" sz="1100" dirty="0" err="1"/>
              <a:t>머터리얼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텍스쳐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메쉬의</a:t>
            </a:r>
            <a:r>
              <a:rPr lang="ko-KR" altLang="en-US" sz="1100" dirty="0"/>
              <a:t> </a:t>
            </a:r>
            <a:r>
              <a:rPr lang="en-US" altLang="ko-KR" sz="1100" dirty="0"/>
              <a:t>VB, IB, </a:t>
            </a:r>
            <a:r>
              <a:rPr lang="ko-KR" altLang="en-US" sz="1100" dirty="0" err="1"/>
              <a:t>스테틱</a:t>
            </a:r>
            <a:r>
              <a:rPr lang="ko-KR" altLang="en-US" sz="1100" dirty="0"/>
              <a:t> 라이트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청크와</a:t>
            </a:r>
            <a:r>
              <a:rPr lang="ko-KR" altLang="en-US" sz="1100" dirty="0"/>
              <a:t> </a:t>
            </a:r>
            <a:r>
              <a:rPr lang="en-US" altLang="ko-KR" sz="1100" dirty="0" err="1"/>
              <a:t>GameObject</a:t>
            </a:r>
            <a:r>
              <a:rPr lang="ko-KR" altLang="en-US" sz="1100" dirty="0"/>
              <a:t>들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셰이더에</a:t>
            </a:r>
            <a:r>
              <a:rPr lang="ko-KR" altLang="en-US" sz="1100" dirty="0"/>
              <a:t> 사용할 리소스 바인딩에 사용되는 </a:t>
            </a:r>
            <a:r>
              <a:rPr lang="en-US" altLang="ko-KR" sz="1100" dirty="0" err="1"/>
              <a:t>DescHeap</a:t>
            </a:r>
            <a:r>
              <a:rPr lang="en-US" altLang="ko-KR" sz="1100" dirty="0"/>
              <a:t>)</a:t>
            </a:r>
            <a:r>
              <a:rPr lang="ko-KR" altLang="en-US" sz="1100" dirty="0"/>
              <a:t>들을 모조리 로드가 가능해야 하며</a:t>
            </a:r>
            <a:r>
              <a:rPr lang="en-US" altLang="ko-KR" sz="1100" dirty="0"/>
              <a:t>, </a:t>
            </a:r>
            <a:r>
              <a:rPr lang="ko-KR" altLang="en-US" sz="1100" dirty="0"/>
              <a:t>이후 어떤 존으로 가도</a:t>
            </a:r>
            <a:r>
              <a:rPr lang="en-US" altLang="ko-KR" sz="1100" dirty="0"/>
              <a:t>, </a:t>
            </a:r>
            <a:r>
              <a:rPr lang="ko-KR" altLang="en-US" sz="1100" dirty="0"/>
              <a:t>이후 존의 인접 존의 이미 로드된 데이터는 유지를 해야 했다</a:t>
            </a:r>
            <a:r>
              <a:rPr lang="en-US" altLang="ko-KR" sz="1100" dirty="0"/>
              <a:t>. </a:t>
            </a:r>
            <a:r>
              <a:rPr lang="ko-KR" altLang="en-US" sz="1100" dirty="0"/>
              <a:t>이를 위해 각 </a:t>
            </a:r>
            <a:r>
              <a:rPr lang="en-US" altLang="ko-KR" sz="1100" dirty="0"/>
              <a:t>Zone</a:t>
            </a:r>
            <a:r>
              <a:rPr lang="ko-KR" altLang="en-US" sz="1100" dirty="0"/>
              <a:t>에 특수한 인덱스인 </a:t>
            </a:r>
            <a:r>
              <a:rPr lang="en-US" altLang="ko-KR" sz="1100" dirty="0" err="1"/>
              <a:t>AssetOffsetMul</a:t>
            </a:r>
            <a:r>
              <a:rPr lang="ko-KR" altLang="en-US" sz="1100" dirty="0"/>
              <a:t>을 만들었고</a:t>
            </a:r>
            <a:r>
              <a:rPr lang="en-US" altLang="ko-KR" sz="1100" dirty="0"/>
              <a:t>, </a:t>
            </a:r>
            <a:r>
              <a:rPr lang="ko-KR" altLang="en-US" sz="1100" dirty="0"/>
              <a:t>해당 값만큼 </a:t>
            </a:r>
            <a:r>
              <a:rPr lang="ko-KR" altLang="en-US" sz="1100" dirty="0" err="1"/>
              <a:t>이격된</a:t>
            </a:r>
            <a:r>
              <a:rPr lang="ko-KR" altLang="en-US" sz="1100" dirty="0"/>
              <a:t> 위치에 모든 리소스가 </a:t>
            </a:r>
            <a:r>
              <a:rPr lang="en-US" altLang="ko-KR" sz="1100" dirty="0"/>
              <a:t>GPU </a:t>
            </a:r>
            <a:r>
              <a:rPr lang="ko-KR" altLang="en-US" sz="1100" dirty="0"/>
              <a:t>에 존재하도록 만들었다</a:t>
            </a:r>
            <a:r>
              <a:rPr lang="en-US" altLang="ko-KR" sz="1100" dirty="0"/>
              <a:t>. </a:t>
            </a:r>
            <a:r>
              <a:rPr lang="ko-KR" altLang="en-US" sz="1100" dirty="0"/>
              <a:t>그래서 </a:t>
            </a:r>
            <a:r>
              <a:rPr lang="en-US" altLang="ko-KR" sz="1100" dirty="0"/>
              <a:t>Zone</a:t>
            </a:r>
            <a:r>
              <a:rPr lang="ko-KR" altLang="en-US" sz="1100" dirty="0"/>
              <a:t>을 이동하더라도</a:t>
            </a:r>
            <a:r>
              <a:rPr lang="en-US" altLang="ko-KR" sz="1100" dirty="0"/>
              <a:t>, </a:t>
            </a:r>
            <a:r>
              <a:rPr lang="ko-KR" altLang="en-US" sz="1100" dirty="0"/>
              <a:t>필요한 </a:t>
            </a:r>
            <a:r>
              <a:rPr lang="en-US" altLang="ko-KR" sz="1100" dirty="0"/>
              <a:t>Zone</a:t>
            </a:r>
            <a:r>
              <a:rPr lang="ko-KR" altLang="en-US" sz="1100" dirty="0"/>
              <a:t>의 리소스만 </a:t>
            </a:r>
            <a:r>
              <a:rPr lang="ko-KR" altLang="en-US" sz="1100" dirty="0" err="1"/>
              <a:t>로드하게</a:t>
            </a:r>
            <a:r>
              <a:rPr lang="ko-KR" altLang="en-US" sz="1100" dirty="0"/>
              <a:t> 만들었다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TLAS Instance</a:t>
            </a:r>
            <a:r>
              <a:rPr lang="ko-KR" altLang="en-US" sz="1100" dirty="0"/>
              <a:t> 또한 그냥 배열에 요소를 추가하는 방식이 아니라</a:t>
            </a:r>
            <a:r>
              <a:rPr lang="en-US" altLang="ko-KR" sz="1100" dirty="0"/>
              <a:t>, </a:t>
            </a:r>
          </a:p>
          <a:p>
            <a:r>
              <a:rPr lang="ko-KR" altLang="en-US" sz="1100" dirty="0"/>
              <a:t>이전에 만들었던 </a:t>
            </a:r>
            <a:r>
              <a:rPr lang="en-US" altLang="ko-KR" sz="1100" dirty="0" err="1"/>
              <a:t>BitAlloter</a:t>
            </a:r>
            <a:r>
              <a:rPr lang="ko-KR" altLang="en-US" sz="1100" dirty="0"/>
              <a:t>를 사용하여 할당과 비할당처리를 해야 했다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단순히 포인터로 이 작업을 할 수 없었던 이유는</a:t>
            </a:r>
            <a:r>
              <a:rPr lang="en-US" altLang="ko-KR" sz="1100" dirty="0"/>
              <a:t>, Raytracing</a:t>
            </a:r>
            <a:r>
              <a:rPr lang="ko-KR" altLang="en-US" sz="1100" dirty="0"/>
              <a:t>이나 </a:t>
            </a:r>
            <a:r>
              <a:rPr lang="en-US" altLang="ko-KR" sz="1100" dirty="0"/>
              <a:t>Render</a:t>
            </a:r>
            <a:r>
              <a:rPr lang="ko-KR" altLang="en-US" sz="1100" dirty="0"/>
              <a:t>에 사용되는 많은 자료가 배열의 형태로만 저장될 수 있었기 때문이다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예를 들어 </a:t>
            </a:r>
            <a:r>
              <a:rPr lang="en-US" altLang="ko-KR" sz="1100" dirty="0"/>
              <a:t>Mesh</a:t>
            </a:r>
            <a:r>
              <a:rPr lang="ko-KR" altLang="en-US" sz="1100" dirty="0"/>
              <a:t>의 </a:t>
            </a:r>
            <a:r>
              <a:rPr lang="en-US" altLang="ko-KR" sz="1100" dirty="0"/>
              <a:t>VB, IB, Texture, Material</a:t>
            </a:r>
            <a:r>
              <a:rPr lang="ko-KR" altLang="en-US" sz="1100" dirty="0"/>
              <a:t>의 </a:t>
            </a:r>
            <a:r>
              <a:rPr lang="en-US" altLang="ko-KR" sz="1100" dirty="0" err="1"/>
              <a:t>DescHeap</a:t>
            </a:r>
            <a:r>
              <a:rPr lang="en-US" altLang="ko-KR" sz="1100" dirty="0"/>
              <a:t> </a:t>
            </a:r>
            <a:r>
              <a:rPr lang="ko-KR" altLang="en-US" sz="1100" dirty="0"/>
              <a:t>내부의 </a:t>
            </a:r>
            <a:r>
              <a:rPr lang="en-US" altLang="ko-KR" sz="1100" dirty="0"/>
              <a:t>View, </a:t>
            </a:r>
            <a:r>
              <a:rPr lang="ko-KR" altLang="en-US" sz="1100" dirty="0" err="1"/>
              <a:t>스킨메쉬버택스</a:t>
            </a:r>
            <a:r>
              <a:rPr lang="en-US" altLang="ko-KR" sz="1100" dirty="0"/>
              <a:t> </a:t>
            </a:r>
            <a:r>
              <a:rPr lang="ko-KR" altLang="en-US" sz="1100" dirty="0"/>
              <a:t>등등</a:t>
            </a:r>
            <a:r>
              <a:rPr lang="en-US" altLang="ko-KR" sz="1100" dirty="0"/>
              <a:t>..</a:t>
            </a:r>
          </a:p>
          <a:p>
            <a:endParaRPr lang="en-US" altLang="ko-KR" sz="1100" dirty="0"/>
          </a:p>
          <a:p>
            <a:r>
              <a:rPr lang="ko-KR" altLang="en-US" sz="1100" dirty="0"/>
              <a:t>존을 이동했을 때 유지되어야 할 데이터는 놔두고</a:t>
            </a:r>
            <a:r>
              <a:rPr lang="en-US" altLang="ko-KR" sz="1100" dirty="0"/>
              <a:t>, </a:t>
            </a:r>
            <a:r>
              <a:rPr lang="ko-KR" altLang="en-US" sz="1100" dirty="0"/>
              <a:t>업데이트할 데이터만 골라서 업데이트 할 수 있게 했다</a:t>
            </a:r>
            <a:r>
              <a:rPr lang="en-US" altLang="ko-KR" sz="11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F21E8E-8F99-7368-071F-BF0E369E0D62}"/>
              </a:ext>
            </a:extLst>
          </p:cNvPr>
          <p:cNvSpPr txBox="1"/>
          <p:nvPr/>
        </p:nvSpPr>
        <p:spPr>
          <a:xfrm>
            <a:off x="673100" y="1660672"/>
            <a:ext cx="5201228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 err="1"/>
              <a:t>스킨메쉬</a:t>
            </a:r>
            <a:r>
              <a:rPr lang="ko-KR" altLang="en-US" b="1" dirty="0"/>
              <a:t> </a:t>
            </a:r>
            <a:r>
              <a:rPr lang="ko-KR" altLang="en-US" b="1" dirty="0" err="1"/>
              <a:t>버택스</a:t>
            </a:r>
            <a:r>
              <a:rPr lang="ko-KR" altLang="en-US" b="1" dirty="0"/>
              <a:t> </a:t>
            </a:r>
            <a:r>
              <a:rPr lang="ko-KR" altLang="en-US" b="1" dirty="0" err="1"/>
              <a:t>모디파이</a:t>
            </a:r>
            <a:r>
              <a:rPr lang="ko-KR" altLang="en-US" b="1" dirty="0"/>
              <a:t> </a:t>
            </a:r>
            <a:r>
              <a:rPr lang="ko-KR" altLang="en-US" b="1" dirty="0" err="1"/>
              <a:t>셰이더</a:t>
            </a:r>
            <a:r>
              <a:rPr lang="en-US" altLang="ko-KR" b="1" dirty="0"/>
              <a:t>/BLAS</a:t>
            </a:r>
            <a:r>
              <a:rPr lang="ko-KR" altLang="en-US" b="1" dirty="0"/>
              <a:t> </a:t>
            </a:r>
            <a:r>
              <a:rPr lang="en-US" altLang="ko-KR" b="1" dirty="0"/>
              <a:t>Refit</a:t>
            </a:r>
          </a:p>
          <a:p>
            <a:r>
              <a:rPr lang="ko-KR" altLang="en-US" sz="1100" dirty="0" err="1"/>
              <a:t>레이트레이싱에서는</a:t>
            </a:r>
            <a:r>
              <a:rPr lang="ko-KR" altLang="en-US" sz="1100" dirty="0"/>
              <a:t> </a:t>
            </a:r>
            <a:r>
              <a:rPr lang="en-US" altLang="ko-KR" sz="1100" dirty="0"/>
              <a:t>Ray</a:t>
            </a:r>
            <a:r>
              <a:rPr lang="ko-KR" altLang="en-US" sz="1100" dirty="0"/>
              <a:t>의</a:t>
            </a:r>
            <a:r>
              <a:rPr lang="en-US" altLang="ko-KR" sz="1100" dirty="0"/>
              <a:t> </a:t>
            </a:r>
            <a:r>
              <a:rPr lang="ko-KR" altLang="en-US" sz="1100" dirty="0"/>
              <a:t>충돌여부를 </a:t>
            </a:r>
            <a:r>
              <a:rPr lang="en-US" altLang="ko-KR" sz="1100" dirty="0"/>
              <a:t>BLAS</a:t>
            </a:r>
            <a:r>
              <a:rPr lang="ko-KR" altLang="en-US" sz="1100" dirty="0"/>
              <a:t>가 관여하기 때문에</a:t>
            </a:r>
            <a:r>
              <a:rPr lang="en-US" altLang="ko-KR" sz="1100" dirty="0"/>
              <a:t>., </a:t>
            </a:r>
            <a:r>
              <a:rPr lang="ko-KR" altLang="en-US" sz="1100" dirty="0" err="1"/>
              <a:t>스킨메쉬는</a:t>
            </a:r>
            <a:r>
              <a:rPr lang="ko-KR" altLang="en-US" sz="1100" dirty="0"/>
              <a:t> 계속 </a:t>
            </a:r>
            <a:r>
              <a:rPr lang="en-US" altLang="ko-KR" sz="1100" dirty="0"/>
              <a:t>BLAS</a:t>
            </a:r>
            <a:r>
              <a:rPr lang="ko-KR" altLang="en-US" sz="1100" dirty="0"/>
              <a:t>를 수정해야 했다</a:t>
            </a:r>
            <a:r>
              <a:rPr lang="en-US" altLang="ko-KR" sz="1100" dirty="0"/>
              <a:t>.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스킨메쉬를</a:t>
            </a:r>
            <a:r>
              <a:rPr lang="ko-KR" altLang="en-US" sz="1100" dirty="0"/>
              <a:t> 가진 오브젝트마다 실시간으로 변경될 </a:t>
            </a:r>
            <a:r>
              <a:rPr lang="ko-KR" altLang="en-US" sz="1100" dirty="0" err="1"/>
              <a:t>버택스의</a:t>
            </a:r>
            <a:r>
              <a:rPr lang="ko-KR" altLang="en-US" sz="1100" dirty="0"/>
              <a:t> 데이터가 필요했고</a:t>
            </a:r>
            <a:r>
              <a:rPr lang="en-US" altLang="ko-KR" sz="1100" dirty="0"/>
              <a:t>, </a:t>
            </a:r>
            <a:r>
              <a:rPr lang="ko-KR" altLang="en-US" sz="1100" dirty="0"/>
              <a:t>때문에 </a:t>
            </a:r>
            <a:r>
              <a:rPr lang="ko-KR" altLang="en-US" sz="1100" dirty="0" err="1"/>
              <a:t>스킨메쉬를</a:t>
            </a:r>
            <a:r>
              <a:rPr lang="ko-KR" altLang="en-US" sz="1100" dirty="0"/>
              <a:t> 가진 오브젝트 하나당 </a:t>
            </a:r>
            <a:r>
              <a:rPr lang="ko-KR" altLang="en-US" sz="1100" dirty="0" err="1"/>
              <a:t>스킨메쉬버택스들을</a:t>
            </a:r>
            <a:r>
              <a:rPr lang="ko-KR" altLang="en-US" sz="1100" dirty="0"/>
              <a:t> 따로 저장해야 했다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때문에 </a:t>
            </a:r>
            <a:r>
              <a:rPr lang="en-US" altLang="ko-KR" sz="1100" dirty="0" err="1"/>
              <a:t>UAV_VertexBuffer</a:t>
            </a:r>
            <a:r>
              <a:rPr lang="ko-KR" altLang="en-US" sz="1100" dirty="0"/>
              <a:t>에 그런 </a:t>
            </a:r>
            <a:r>
              <a:rPr lang="ko-KR" altLang="en-US" sz="1100" dirty="0" err="1"/>
              <a:t>스킨메쉬의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버택스들을</a:t>
            </a:r>
            <a:r>
              <a:rPr lang="ko-KR" altLang="en-US" sz="1100" dirty="0"/>
              <a:t> 모두 저장 후</a:t>
            </a:r>
            <a:endParaRPr lang="en-US" altLang="ko-KR" sz="1100" dirty="0"/>
          </a:p>
          <a:p>
            <a:r>
              <a:rPr lang="ko-KR" altLang="en-US" sz="1100" dirty="0" err="1"/>
              <a:t>스킨메쉬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모디파이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셰이더를</a:t>
            </a:r>
            <a:r>
              <a:rPr lang="ko-KR" altLang="en-US" sz="1100" dirty="0"/>
              <a:t> 사용해 </a:t>
            </a:r>
            <a:r>
              <a:rPr lang="ko-KR" altLang="en-US" sz="1100" dirty="0" err="1"/>
              <a:t>버택스</a:t>
            </a:r>
            <a:r>
              <a:rPr lang="ko-KR" altLang="en-US" sz="1100" dirty="0"/>
              <a:t> 데이터를 수정하고</a:t>
            </a:r>
            <a:r>
              <a:rPr lang="en-US" altLang="ko-KR" sz="1100" dirty="0"/>
              <a:t>,</a:t>
            </a:r>
          </a:p>
          <a:p>
            <a:r>
              <a:rPr lang="ko-KR" altLang="en-US" sz="1100" dirty="0"/>
              <a:t>수정된 </a:t>
            </a:r>
            <a:r>
              <a:rPr lang="ko-KR" altLang="en-US" sz="1100" dirty="0" err="1"/>
              <a:t>버택스</a:t>
            </a:r>
            <a:r>
              <a:rPr lang="ko-KR" altLang="en-US" sz="1100" dirty="0"/>
              <a:t> 데이터를 이용해 </a:t>
            </a:r>
            <a:r>
              <a:rPr lang="en-US" altLang="ko-KR" sz="1100" dirty="0"/>
              <a:t>BLAS</a:t>
            </a:r>
            <a:r>
              <a:rPr lang="ko-KR" altLang="en-US" sz="1100" dirty="0"/>
              <a:t>를 </a:t>
            </a:r>
            <a:r>
              <a:rPr lang="en-US" altLang="ko-KR" sz="1100" dirty="0"/>
              <a:t>Refit </a:t>
            </a:r>
            <a:r>
              <a:rPr lang="ko-KR" altLang="en-US" sz="1100" dirty="0"/>
              <a:t>했다</a:t>
            </a:r>
            <a:r>
              <a:rPr lang="en-US" altLang="ko-KR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379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F75CE-D798-7458-8E47-22B2E877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51044-ED24-B8C4-712D-8A56E649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그 외의 기여</a:t>
            </a:r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144E6-A12A-1DA1-3D5F-1411024E1FB8}"/>
              </a:ext>
            </a:extLst>
          </p:cNvPr>
          <p:cNvSpPr txBox="1"/>
          <p:nvPr/>
        </p:nvSpPr>
        <p:spPr>
          <a:xfrm>
            <a:off x="294716" y="1690688"/>
            <a:ext cx="1202765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 필드의 모든 </a:t>
            </a:r>
            <a:r>
              <a:rPr lang="en-US" altLang="ko-KR" dirty="0"/>
              <a:t>Zone</a:t>
            </a:r>
            <a:r>
              <a:rPr lang="ko-KR" altLang="en-US" dirty="0"/>
              <a:t> </a:t>
            </a:r>
            <a:r>
              <a:rPr lang="ko-KR" altLang="en-US" dirty="0" err="1"/>
              <a:t>맵을</a:t>
            </a:r>
            <a:r>
              <a:rPr lang="ko-KR" altLang="en-US" dirty="0"/>
              <a:t> 제작</a:t>
            </a:r>
            <a:r>
              <a:rPr lang="en-US" altLang="ko-KR" dirty="0"/>
              <a:t>, </a:t>
            </a:r>
            <a:r>
              <a:rPr lang="ko-KR" altLang="en-US" dirty="0" err="1"/>
              <a:t>비주얼적으로</a:t>
            </a:r>
            <a:r>
              <a:rPr lang="ko-KR" altLang="en-US" dirty="0"/>
              <a:t> 자연스럽게 연결함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퀘스트 시스템과 퀘스트 데이터</a:t>
            </a:r>
            <a:r>
              <a:rPr lang="en-US" altLang="ko-KR" dirty="0"/>
              <a:t>,</a:t>
            </a:r>
            <a:r>
              <a:rPr lang="ko-KR" altLang="en-US" dirty="0"/>
              <a:t> 게임의 흐름을 구현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프로젝트가 추가적인 요구사항으로 변할 때마다 합치거나 프로젝트 설계 자체를 다시 짜는 일을 모두</a:t>
            </a:r>
            <a:r>
              <a:rPr lang="en-US" altLang="ko-KR" dirty="0"/>
              <a:t>, </a:t>
            </a:r>
            <a:r>
              <a:rPr lang="ko-KR" altLang="en-US" dirty="0"/>
              <a:t>다수 수행</a:t>
            </a:r>
            <a:endParaRPr lang="en-US" altLang="ko-KR" dirty="0"/>
          </a:p>
          <a:p>
            <a:r>
              <a:rPr lang="en-US" altLang="ko-KR" dirty="0"/>
              <a:t>4. NPC</a:t>
            </a:r>
            <a:r>
              <a:rPr lang="ko-KR" altLang="en-US" dirty="0"/>
              <a:t>의 움직임을 만들었다</a:t>
            </a:r>
            <a:r>
              <a:rPr lang="en-US" altLang="ko-KR" dirty="0"/>
              <a:t>. NPC</a:t>
            </a:r>
            <a:r>
              <a:rPr lang="ko-KR" altLang="en-US" dirty="0"/>
              <a:t>가 플레이어를 따라갈 수 있도록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sz="1100" dirty="0"/>
              <a:t>원래 </a:t>
            </a:r>
            <a:r>
              <a:rPr lang="en-US" altLang="ko-KR" sz="1100" dirty="0"/>
              <a:t>A*</a:t>
            </a:r>
            <a:r>
              <a:rPr lang="ko-KR" altLang="en-US" sz="1100" dirty="0"/>
              <a:t>로 다른 팀원이 만든 것이 있었는데</a:t>
            </a:r>
            <a:r>
              <a:rPr lang="en-US" altLang="ko-KR" sz="1100" dirty="0"/>
              <a:t>, </a:t>
            </a:r>
            <a:r>
              <a:rPr lang="ko-KR" altLang="en-US" sz="1100" dirty="0"/>
              <a:t>너무 느려서 일단 비활성화하고</a:t>
            </a:r>
            <a:r>
              <a:rPr lang="en-US" altLang="ko-KR" sz="1100" dirty="0"/>
              <a:t>, </a:t>
            </a:r>
            <a:r>
              <a:rPr lang="ko-KR" altLang="en-US" sz="1100" dirty="0"/>
              <a:t>새로 만들었다</a:t>
            </a:r>
            <a:r>
              <a:rPr lang="en-US" altLang="ko-KR" sz="1100" dirty="0"/>
              <a:t>.</a:t>
            </a:r>
          </a:p>
          <a:p>
            <a:r>
              <a:rPr lang="en-US" altLang="ko-KR" dirty="0"/>
              <a:t>5. </a:t>
            </a:r>
            <a:r>
              <a:rPr lang="ko-KR" altLang="en-US" dirty="0"/>
              <a:t>소통이나 정리를 위해 다수의 문서화를 진행했다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	 </a:t>
            </a:r>
            <a:r>
              <a:rPr lang="en-US" altLang="ko-KR" sz="1100" dirty="0"/>
              <a:t>ex&gt; </a:t>
            </a:r>
            <a:r>
              <a:rPr lang="ko-KR" altLang="en-US" sz="1100" dirty="0"/>
              <a:t>우리 코드는 왜 더러운가</a:t>
            </a:r>
            <a:r>
              <a:rPr lang="en-US" altLang="ko-KR" sz="1100" dirty="0"/>
              <a:t>, </a:t>
            </a:r>
            <a:r>
              <a:rPr lang="ko-KR" altLang="en-US" sz="1100" dirty="0"/>
              <a:t>그래픽스 </a:t>
            </a:r>
            <a:r>
              <a:rPr lang="ko-KR" altLang="en-US" sz="1100" dirty="0" err="1"/>
              <a:t>하이레벨</a:t>
            </a:r>
            <a:r>
              <a:rPr lang="ko-KR" altLang="en-US" sz="1100" dirty="0"/>
              <a:t> 디자인</a:t>
            </a:r>
            <a:r>
              <a:rPr lang="en-US" altLang="ko-KR" sz="1100" dirty="0"/>
              <a:t>, </a:t>
            </a:r>
            <a:r>
              <a:rPr lang="ko-KR" altLang="en-US" sz="1100" dirty="0"/>
              <a:t>맵 제작 가이드라인</a:t>
            </a:r>
            <a:r>
              <a:rPr lang="en-US" altLang="ko-KR" sz="1100" dirty="0"/>
              <a:t>, </a:t>
            </a:r>
            <a:r>
              <a:rPr lang="ko-KR" altLang="en-US" sz="1100" dirty="0"/>
              <a:t>모델 </a:t>
            </a:r>
            <a:r>
              <a:rPr lang="ko-KR" altLang="en-US" sz="1100" dirty="0" err="1"/>
              <a:t>익스포트</a:t>
            </a:r>
            <a:r>
              <a:rPr lang="ko-KR" altLang="en-US" sz="1100" dirty="0"/>
              <a:t> 가이드라인</a:t>
            </a:r>
            <a:r>
              <a:rPr lang="en-US" altLang="ko-KR" sz="1100" dirty="0"/>
              <a:t> </a:t>
            </a:r>
            <a:r>
              <a:rPr lang="ko-KR" altLang="en-US" sz="1100" dirty="0"/>
              <a:t>등등</a:t>
            </a:r>
            <a:r>
              <a:rPr lang="en-US" altLang="ko-KR" sz="1100" dirty="0"/>
              <a:t>..</a:t>
            </a:r>
          </a:p>
          <a:p>
            <a:r>
              <a:rPr lang="en-US" altLang="ko-KR" dirty="0"/>
              <a:t>6. </a:t>
            </a:r>
            <a:r>
              <a:rPr lang="en-US" altLang="ko-KR" dirty="0" err="1"/>
              <a:t>FLStudio</a:t>
            </a:r>
            <a:r>
              <a:rPr lang="ko-KR" altLang="en-US" dirty="0"/>
              <a:t>로 배경음악을 제작했다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74D19-4270-7D36-E003-28DD74EDC34F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/>
              <a:t>PulseCity</a:t>
            </a:r>
          </a:p>
        </p:txBody>
      </p:sp>
    </p:spTree>
    <p:extLst>
      <p:ext uri="{BB962C8B-B14F-4D97-AF65-F5344CB8AC3E}">
        <p14:creationId xmlns:p14="http://schemas.microsoft.com/office/powerpoint/2010/main" val="2082735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276BF5-B1B2-1114-60AF-B1BA8F8CE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558" y="946727"/>
            <a:ext cx="2701683" cy="5689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D1B0F55-EA74-3EB4-6F50-89C0E12FB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751" y="0"/>
            <a:ext cx="3472249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9A6FFFB-040D-93D9-6511-7478DAFD6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90739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BA2373C-C7AB-17E9-D7CC-969D23F52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- </a:t>
            </a:r>
            <a:r>
              <a:rPr lang="ko-KR" altLang="en-US"/>
              <a:t>서버의 충돌계산 고민 메모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57B3D8-03D3-231A-6992-ACB9AD50C7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152" y="4320597"/>
            <a:ext cx="5339435" cy="23272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2975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C16FF-AEF8-4CC1-51C1-6BE0C81A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부록 </a:t>
            </a:r>
            <a:r>
              <a:rPr lang="en-US" altLang="ko-KR"/>
              <a:t>- </a:t>
            </a:r>
            <a:r>
              <a:rPr lang="ko-KR" altLang="en-US"/>
              <a:t>청크에 들어가기 위한 게임오브젝트 구조 설계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879EDB-D2CA-BA8A-7D0E-F21A1C611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649270"/>
            <a:ext cx="9264650" cy="520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98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77BA8-6B4F-BC41-FF55-E4A289C0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8C62D-6021-DD66-6B3D-2B3FBA7B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Otornait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46D92-FF06-E94E-318F-6224430A15F5}"/>
              </a:ext>
            </a:extLst>
          </p:cNvPr>
          <p:cNvSpPr txBox="1"/>
          <p:nvPr/>
        </p:nvSpPr>
        <p:spPr>
          <a:xfrm>
            <a:off x="838200" y="1353804"/>
            <a:ext cx="77851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프로젝트 이름 </a:t>
            </a:r>
            <a:r>
              <a:rPr lang="en-US" altLang="ko-KR" sz="1600" dirty="0"/>
              <a:t>: </a:t>
            </a:r>
            <a:r>
              <a:rPr lang="en-US" altLang="ko-KR" sz="1600" dirty="0" err="1"/>
              <a:t>Otornait</a:t>
            </a:r>
            <a:endParaRPr lang="en-US" altLang="ko-KR" sz="1600" dirty="0"/>
          </a:p>
          <a:p>
            <a:r>
              <a:rPr lang="ko-KR" altLang="en-US" sz="1600" dirty="0"/>
              <a:t>장르 </a:t>
            </a:r>
            <a:r>
              <a:rPr lang="en-US" altLang="ko-KR" sz="1600" dirty="0"/>
              <a:t>: </a:t>
            </a:r>
            <a:r>
              <a:rPr lang="ko-KR" altLang="en-US" sz="1600" dirty="0"/>
              <a:t>리듬게임</a:t>
            </a:r>
            <a:endParaRPr lang="en-US" altLang="ko-KR" sz="1600" dirty="0"/>
          </a:p>
          <a:p>
            <a:r>
              <a:rPr lang="ko-KR" altLang="en-US" sz="1600" dirty="0"/>
              <a:t>개발인원 </a:t>
            </a:r>
            <a:r>
              <a:rPr lang="en-US" altLang="ko-KR" sz="1600" dirty="0"/>
              <a:t>: 2</a:t>
            </a:r>
            <a:r>
              <a:rPr lang="ko-KR" altLang="en-US" sz="1600" dirty="0"/>
              <a:t>명 </a:t>
            </a:r>
            <a:r>
              <a:rPr lang="en-US" altLang="ko-KR" sz="1600" dirty="0"/>
              <a:t>/ </a:t>
            </a:r>
            <a:r>
              <a:rPr lang="ko-KR" altLang="en-US" sz="1600" dirty="0"/>
              <a:t>개발 기간 </a:t>
            </a:r>
            <a:r>
              <a:rPr lang="en-US" altLang="ko-KR" sz="1600" dirty="0"/>
              <a:t>(2022-06 ~ 2026-07)</a:t>
            </a:r>
          </a:p>
          <a:p>
            <a:r>
              <a:rPr lang="ko-KR" altLang="en-US" sz="1600" dirty="0"/>
              <a:t>개발 환경 </a:t>
            </a:r>
            <a:r>
              <a:rPr lang="en-US" altLang="ko-KR" sz="1600" dirty="0"/>
              <a:t>: </a:t>
            </a:r>
          </a:p>
          <a:p>
            <a:r>
              <a:rPr lang="en-US" altLang="ko-KR" sz="1600" dirty="0"/>
              <a:t>	IDE/Debugger : VisualStudio2022</a:t>
            </a:r>
          </a:p>
          <a:p>
            <a:r>
              <a:rPr lang="en-US" altLang="ko-KR" sz="1600" dirty="0"/>
              <a:t>	Language : </a:t>
            </a:r>
            <a:r>
              <a:rPr lang="en-US" altLang="ko-KR" sz="1600" dirty="0" err="1"/>
              <a:t>c++</a:t>
            </a:r>
            <a:endParaRPr lang="en-US" altLang="ko-KR" sz="1600" dirty="0"/>
          </a:p>
          <a:p>
            <a:r>
              <a:rPr lang="en-US" altLang="ko-KR" sz="1600" dirty="0"/>
              <a:t>	System API / Rendering : Windows API</a:t>
            </a:r>
          </a:p>
          <a:p>
            <a:r>
              <a:rPr lang="en-US" altLang="ko-KR" sz="1600" dirty="0"/>
              <a:t>	Sound : </a:t>
            </a:r>
            <a:r>
              <a:rPr lang="en-US" altLang="ko-KR" sz="1600" dirty="0" err="1"/>
              <a:t>Fmod</a:t>
            </a:r>
            <a:endParaRPr lang="en-US" altLang="ko-KR" sz="1600" dirty="0"/>
          </a:p>
          <a:p>
            <a:r>
              <a:rPr lang="en-US" altLang="ko-KR" sz="1600" dirty="0"/>
              <a:t>	</a:t>
            </a:r>
          </a:p>
          <a:p>
            <a:r>
              <a:rPr lang="ko-KR" altLang="en-US" sz="1600" dirty="0"/>
              <a:t>내가 </a:t>
            </a:r>
            <a:r>
              <a:rPr lang="ko-KR" altLang="en-US" sz="1600" dirty="0" err="1"/>
              <a:t>당담한</a:t>
            </a:r>
            <a:r>
              <a:rPr lang="ko-KR" altLang="en-US" sz="1600" dirty="0"/>
              <a:t> 역할 </a:t>
            </a:r>
            <a:r>
              <a:rPr lang="en-US" altLang="ko-KR" sz="1600" dirty="0"/>
              <a:t>/ </a:t>
            </a:r>
            <a:r>
              <a:rPr lang="ko-KR" altLang="en-US" sz="1600" dirty="0"/>
              <a:t>수행한 과제 요약</a:t>
            </a:r>
            <a:endParaRPr lang="en-US" altLang="ko-KR" sz="1600" dirty="0"/>
          </a:p>
          <a:p>
            <a:r>
              <a:rPr lang="en-US" altLang="ko-KR" sz="1600" dirty="0"/>
              <a:t>	1. </a:t>
            </a:r>
            <a:r>
              <a:rPr lang="ko-KR" altLang="en-US" sz="1600" dirty="0"/>
              <a:t>게임 전체 프로그래밍 </a:t>
            </a:r>
            <a:r>
              <a:rPr lang="ko-KR" altLang="en-US" sz="1600" dirty="0" err="1"/>
              <a:t>당담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	2. </a:t>
            </a:r>
            <a:r>
              <a:rPr lang="ko-KR" altLang="en-US" sz="1600" dirty="0"/>
              <a:t>게임플레이 화면</a:t>
            </a:r>
            <a:r>
              <a:rPr lang="en-US" altLang="ko-KR" sz="1600" dirty="0"/>
              <a:t>, </a:t>
            </a:r>
            <a:r>
              <a:rPr lang="ko-KR" altLang="en-US" sz="1600" dirty="0"/>
              <a:t>타이틀화면</a:t>
            </a:r>
            <a:r>
              <a:rPr lang="en-US" altLang="ko-KR" sz="1600" dirty="0"/>
              <a:t>, </a:t>
            </a:r>
            <a:r>
              <a:rPr lang="ko-KR" altLang="en-US" sz="1600" dirty="0"/>
              <a:t>평가화면</a:t>
            </a:r>
            <a:r>
              <a:rPr lang="en-US" altLang="ko-KR" sz="1600" dirty="0"/>
              <a:t>, </a:t>
            </a:r>
            <a:r>
              <a:rPr lang="ko-KR" altLang="en-US" sz="1600" dirty="0"/>
              <a:t>크레딧</a:t>
            </a:r>
            <a:r>
              <a:rPr lang="en-US" altLang="ko-KR" sz="1600" dirty="0"/>
              <a:t>, </a:t>
            </a:r>
            <a:r>
              <a:rPr lang="ko-KR" altLang="en-US" sz="1600" dirty="0"/>
              <a:t>레벨 에디터 등등</a:t>
            </a:r>
            <a:endParaRPr lang="en-US" altLang="ko-KR" sz="1600" dirty="0"/>
          </a:p>
          <a:p>
            <a:r>
              <a:rPr lang="en-US" altLang="ko-KR" sz="1600" dirty="0"/>
              <a:t>	3. </a:t>
            </a:r>
            <a:r>
              <a:rPr lang="ko-KR" altLang="en-US" sz="1600" dirty="0"/>
              <a:t>리듬게임에 들어갈 곡 </a:t>
            </a:r>
            <a:r>
              <a:rPr lang="en-US" altLang="ko-KR" sz="1600" dirty="0"/>
              <a:t>2</a:t>
            </a:r>
            <a:r>
              <a:rPr lang="ko-KR" altLang="en-US" sz="1600" dirty="0"/>
              <a:t>개 작곡</a:t>
            </a:r>
            <a:r>
              <a:rPr lang="en-US" altLang="ko-KR" sz="1600" dirty="0"/>
              <a:t>, </a:t>
            </a:r>
            <a:r>
              <a:rPr lang="ko-KR" altLang="en-US" sz="1600" dirty="0"/>
              <a:t>레벨 </a:t>
            </a:r>
            <a:r>
              <a:rPr lang="en-US" altLang="ko-KR" sz="1600" dirty="0"/>
              <a:t>2</a:t>
            </a:r>
            <a:r>
              <a:rPr lang="ko-KR" altLang="en-US" sz="1600" dirty="0"/>
              <a:t>개 제작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게임 플레이 영상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29AC70-6228-0399-AD96-426DCC193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072" y="1"/>
            <a:ext cx="5382927" cy="36483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9F19A4-4E45-F15C-1BB9-04D112D1BF10}"/>
              </a:ext>
            </a:extLst>
          </p:cNvPr>
          <p:cNvSpPr txBox="1"/>
          <p:nvPr/>
        </p:nvSpPr>
        <p:spPr>
          <a:xfrm>
            <a:off x="844550" y="538567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hlinkClick r:id="rId3"/>
              </a:rPr>
              <a:t>https://www.youtube.com/playlist?list=PLjFfL6iibssVuoxZ-uO_7KU551bWSrDeT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465846-DCB7-1A63-C3FB-6DE4387E44B2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개발영역</a:t>
            </a:r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2195908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17027-7C6A-DE05-6104-CB07B2E4A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CA5B2-9B2C-42C8-09B9-E4E62AD67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그래픽스 기말과제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D5907-F1CE-D9C8-D8CA-15E0C6395DEF}"/>
              </a:ext>
            </a:extLst>
          </p:cNvPr>
          <p:cNvSpPr txBox="1"/>
          <p:nvPr/>
        </p:nvSpPr>
        <p:spPr>
          <a:xfrm>
            <a:off x="838200" y="1353804"/>
            <a:ext cx="77851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프로젝트 이름 </a:t>
            </a:r>
            <a:r>
              <a:rPr lang="en-US" altLang="ko-KR" sz="1600" dirty="0"/>
              <a:t>: </a:t>
            </a:r>
            <a:r>
              <a:rPr lang="ko-KR" altLang="en-US" sz="1600" dirty="0"/>
              <a:t>그래픽스 기말과제</a:t>
            </a:r>
            <a:endParaRPr lang="en-US" altLang="ko-KR" sz="1600" dirty="0"/>
          </a:p>
          <a:p>
            <a:r>
              <a:rPr lang="ko-KR" altLang="en-US" sz="1600" dirty="0"/>
              <a:t>장르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어드벤쳐</a:t>
            </a:r>
            <a:endParaRPr lang="en-US" altLang="ko-KR" sz="1600" dirty="0"/>
          </a:p>
          <a:p>
            <a:r>
              <a:rPr lang="ko-KR" altLang="en-US" sz="1600" dirty="0"/>
              <a:t>개발인원 </a:t>
            </a:r>
            <a:r>
              <a:rPr lang="en-US" altLang="ko-KR" sz="1600" dirty="0"/>
              <a:t>: 1</a:t>
            </a:r>
            <a:r>
              <a:rPr lang="ko-KR" altLang="en-US" sz="1600" dirty="0"/>
              <a:t>명 </a:t>
            </a:r>
            <a:r>
              <a:rPr lang="en-US" altLang="ko-KR" sz="1600" dirty="0"/>
              <a:t>/ </a:t>
            </a:r>
            <a:r>
              <a:rPr lang="ko-KR" altLang="en-US" sz="1600" dirty="0"/>
              <a:t>개발 기간 </a:t>
            </a:r>
            <a:r>
              <a:rPr lang="en-US" altLang="ko-KR" sz="1600" dirty="0"/>
              <a:t>(2022-11 ~ 2026-12)</a:t>
            </a:r>
          </a:p>
          <a:p>
            <a:r>
              <a:rPr lang="ko-KR" altLang="en-US" sz="1600" dirty="0"/>
              <a:t>개발 환경 </a:t>
            </a:r>
            <a:r>
              <a:rPr lang="en-US" altLang="ko-KR" sz="1600" dirty="0"/>
              <a:t>: </a:t>
            </a:r>
          </a:p>
          <a:p>
            <a:r>
              <a:rPr lang="en-US" altLang="ko-KR" sz="1600" dirty="0"/>
              <a:t>	IDE/Debugger : VisualStudio2022</a:t>
            </a:r>
          </a:p>
          <a:p>
            <a:r>
              <a:rPr lang="en-US" altLang="ko-KR" sz="1600" dirty="0"/>
              <a:t>	Render : OpenGL, </a:t>
            </a:r>
            <a:r>
              <a:rPr lang="en-US" altLang="ko-KR" sz="1600" dirty="0" err="1"/>
              <a:t>glsl</a:t>
            </a:r>
            <a:endParaRPr lang="en-US" altLang="ko-KR" sz="1600" dirty="0"/>
          </a:p>
          <a:p>
            <a:r>
              <a:rPr lang="en-US" altLang="ko-KR" sz="1600" dirty="0"/>
              <a:t>	Language : </a:t>
            </a:r>
            <a:r>
              <a:rPr lang="en-US" altLang="ko-KR" sz="1600" dirty="0" err="1"/>
              <a:t>c++</a:t>
            </a:r>
            <a:r>
              <a:rPr lang="en-US" altLang="ko-KR" sz="1600" dirty="0"/>
              <a:t> 14</a:t>
            </a:r>
          </a:p>
          <a:p>
            <a:r>
              <a:rPr lang="en-US" altLang="ko-KR" sz="1600" dirty="0"/>
              <a:t>	System API : Windows API</a:t>
            </a:r>
          </a:p>
          <a:p>
            <a:r>
              <a:rPr lang="en-US" altLang="ko-KR" sz="1600" dirty="0"/>
              <a:t>	Sound : </a:t>
            </a:r>
            <a:r>
              <a:rPr lang="en-US" altLang="ko-KR" sz="1600" dirty="0" err="1"/>
              <a:t>Fmod</a:t>
            </a:r>
            <a:endParaRPr lang="en-US" altLang="ko-KR" sz="1600" dirty="0"/>
          </a:p>
          <a:p>
            <a:r>
              <a:rPr lang="en-US" altLang="ko-KR" sz="1600" dirty="0"/>
              <a:t>	Resource Making</a:t>
            </a:r>
            <a:r>
              <a:rPr lang="ko-KR" altLang="en-US" sz="1600" dirty="0"/>
              <a:t> </a:t>
            </a:r>
            <a:r>
              <a:rPr lang="en-US" altLang="ko-KR" sz="1600" dirty="0"/>
              <a:t>: FL Studio, 3dsMax</a:t>
            </a:r>
          </a:p>
          <a:p>
            <a:r>
              <a:rPr lang="en-US" altLang="ko-KR" sz="1600" dirty="0"/>
              <a:t>	Resource Finding : </a:t>
            </a:r>
            <a:r>
              <a:rPr lang="en-US" altLang="ko-KR" sz="1600" dirty="0" err="1"/>
              <a:t>Sketchfab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IconFinder</a:t>
            </a:r>
            <a:endParaRPr lang="en-US" altLang="ko-KR" sz="1600" dirty="0"/>
          </a:p>
          <a:p>
            <a:r>
              <a:rPr lang="en-US" altLang="ko-KR" sz="1600" dirty="0"/>
              <a:t>	Text Render : </a:t>
            </a:r>
            <a:r>
              <a:rPr lang="en-US" altLang="ko-KR" sz="1600" dirty="0" err="1"/>
              <a:t>Freetype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본인이 과제를 모두 수행함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과제 설명 영상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EABDB1-65E6-10EB-AAAB-A3AC04DA6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436" y="0"/>
            <a:ext cx="5375564" cy="37065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67953C-1986-B732-760A-B0DA418EFE30}"/>
              </a:ext>
            </a:extLst>
          </p:cNvPr>
          <p:cNvSpPr txBox="1"/>
          <p:nvPr/>
        </p:nvSpPr>
        <p:spPr>
          <a:xfrm>
            <a:off x="838200" y="53195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hlinkClick r:id="rId3"/>
              </a:rPr>
              <a:t>https://youtu.be/XZY9EVAGHlk?si=QXp5YU6lOEM0dtPO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3BD6C-81B8-4C29-6CB6-F6D11F4BB686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개발영역</a:t>
            </a:r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3816443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863EC-B8A3-3D5F-698E-7F68F702F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38E97D-8843-19A6-B2EA-DABBEAD18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446164" cy="1325563"/>
          </a:xfrm>
        </p:spPr>
        <p:txBody>
          <a:bodyPr/>
          <a:lstStyle/>
          <a:p>
            <a:r>
              <a:rPr lang="en-US" altLang="ko-KR"/>
              <a:t>GMTK GameJam </a:t>
            </a:r>
            <a:r>
              <a:rPr lang="ko-KR" altLang="en-US"/>
              <a:t>참여작 </a:t>
            </a:r>
            <a:r>
              <a:rPr lang="en-US" altLang="ko-KR"/>
              <a:t>- InverseProportion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C83EE-DE1B-8713-719D-2D02ED318115}"/>
              </a:ext>
            </a:extLst>
          </p:cNvPr>
          <p:cNvSpPr txBox="1"/>
          <p:nvPr/>
        </p:nvSpPr>
        <p:spPr>
          <a:xfrm>
            <a:off x="838199" y="1353804"/>
            <a:ext cx="1000529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프로젝트 이름 </a:t>
            </a:r>
            <a:r>
              <a:rPr lang="en-US" altLang="ko-KR" sz="1600"/>
              <a:t>: InverseProportion</a:t>
            </a:r>
          </a:p>
          <a:p>
            <a:r>
              <a:rPr lang="ko-KR" altLang="en-US" sz="1600"/>
              <a:t>장르 </a:t>
            </a:r>
            <a:r>
              <a:rPr lang="en-US" altLang="ko-KR" sz="1600"/>
              <a:t>: </a:t>
            </a:r>
            <a:r>
              <a:rPr lang="ko-KR" altLang="en-US" sz="1600"/>
              <a:t>플랫포머</a:t>
            </a:r>
            <a:endParaRPr lang="en-US" altLang="ko-KR" sz="1600"/>
          </a:p>
          <a:p>
            <a:r>
              <a:rPr lang="ko-KR" altLang="en-US" sz="1600"/>
              <a:t>개발인원 </a:t>
            </a:r>
            <a:r>
              <a:rPr lang="en-US" altLang="ko-KR" sz="1600"/>
              <a:t>: 1</a:t>
            </a:r>
            <a:r>
              <a:rPr lang="ko-KR" altLang="en-US" sz="1600"/>
              <a:t>명 </a:t>
            </a:r>
            <a:r>
              <a:rPr lang="en-US" altLang="ko-KR" sz="1600"/>
              <a:t>/ </a:t>
            </a:r>
            <a:r>
              <a:rPr lang="ko-KR" altLang="en-US" sz="1600"/>
              <a:t>개발 기간 </a:t>
            </a:r>
            <a:r>
              <a:rPr lang="en-US" altLang="ko-KR" sz="1600"/>
              <a:t>(2</a:t>
            </a:r>
            <a:r>
              <a:rPr lang="ko-KR" altLang="en-US" sz="1600"/>
              <a:t>일</a:t>
            </a:r>
            <a:r>
              <a:rPr lang="en-US" altLang="ko-KR" sz="1600"/>
              <a:t>)</a:t>
            </a:r>
          </a:p>
          <a:p>
            <a:r>
              <a:rPr lang="ko-KR" altLang="en-US" sz="1600"/>
              <a:t>개발 환경 </a:t>
            </a:r>
            <a:r>
              <a:rPr lang="en-US" altLang="ko-KR" sz="1600"/>
              <a:t>: </a:t>
            </a:r>
          </a:p>
          <a:p>
            <a:r>
              <a:rPr lang="en-US" altLang="ko-KR" sz="1600"/>
              <a:t>	IDE/Debugger : Unity, VisualStudio2019</a:t>
            </a:r>
          </a:p>
          <a:p>
            <a:r>
              <a:rPr lang="ko-KR" altLang="en-US" sz="1600"/>
              <a:t>본인이 과제를 모두 수행함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ko-KR" altLang="en-US" sz="1600"/>
              <a:t>게임 잼의 주제 </a:t>
            </a:r>
            <a:r>
              <a:rPr lang="en-US" altLang="ko-KR" sz="1600"/>
              <a:t>: "Join Together" - </a:t>
            </a:r>
            <a:r>
              <a:rPr lang="ko-KR" altLang="en-US" sz="1600"/>
              <a:t>각기 다른 두가지 것이 연결되어 만들어지는 재미</a:t>
            </a:r>
            <a:endParaRPr lang="en-US" altLang="ko-KR" sz="1600"/>
          </a:p>
          <a:p>
            <a:r>
              <a:rPr lang="en-US" altLang="ko-KR" sz="1600"/>
              <a:t>&gt;&gt; </a:t>
            </a:r>
            <a:r>
              <a:rPr lang="ko-KR" altLang="en-US" sz="1600"/>
              <a:t>나의 기획 </a:t>
            </a:r>
            <a:r>
              <a:rPr lang="en-US" altLang="ko-KR" sz="1600"/>
              <a:t>: </a:t>
            </a:r>
            <a:r>
              <a:rPr lang="ko-KR" altLang="en-US" sz="1600"/>
              <a:t>어떤 능력치의 반비례 관계를 활용한 플랫포머 게임</a:t>
            </a:r>
            <a:r>
              <a:rPr lang="en-US" altLang="ko-KR" sz="1600"/>
              <a:t>.</a:t>
            </a:r>
          </a:p>
          <a:p>
            <a:r>
              <a:rPr lang="en-US" altLang="ko-KR" sz="1600"/>
              <a:t>	ex&gt; </a:t>
            </a:r>
            <a:r>
              <a:rPr lang="ko-KR" altLang="en-US" sz="1600"/>
              <a:t>채력이 떨어지면 점프력이 올라간다</a:t>
            </a:r>
            <a:r>
              <a:rPr lang="en-US" altLang="ko-KR" sz="1600"/>
              <a:t>! -&gt; </a:t>
            </a:r>
            <a:r>
              <a:rPr lang="ko-KR" altLang="en-US" sz="1600"/>
              <a:t>닿지 않는 곳에 가기 위해 일부로 가시에 돌진</a:t>
            </a:r>
            <a:endParaRPr lang="en-US" altLang="ko-KR" sz="1600"/>
          </a:p>
          <a:p>
            <a:endParaRPr lang="en-US" altLang="ko-KR" sz="1600"/>
          </a:p>
          <a:p>
            <a:r>
              <a:rPr lang="ko-KR" altLang="en-US" sz="1600"/>
              <a:t>게임 플레이 </a:t>
            </a:r>
            <a:r>
              <a:rPr lang="en-US" altLang="ko-KR" sz="1600"/>
              <a:t>: </a:t>
            </a:r>
            <a:r>
              <a:rPr lang="en-US" altLang="ko-KR" sz="1600">
                <a:hlinkClick r:id="rId2"/>
              </a:rPr>
              <a:t>https://nohc2001.itch.io/inverseproportion</a:t>
            </a:r>
            <a:endParaRPr lang="en-US" altLang="ko-KR" sz="1600"/>
          </a:p>
          <a:p>
            <a:r>
              <a:rPr lang="en-US" altLang="ko-KR" sz="1600"/>
              <a:t>&lt;</a:t>
            </a:r>
            <a:r>
              <a:rPr lang="ko-KR" altLang="en-US" sz="1600"/>
              <a:t>웹에서 플레이하면 오류가 있습니다</a:t>
            </a:r>
            <a:r>
              <a:rPr lang="en-US" altLang="ko-KR" sz="1600"/>
              <a:t>! exe</a:t>
            </a:r>
            <a:r>
              <a:rPr lang="ko-KR" altLang="en-US" sz="1600"/>
              <a:t>로 다운받아 플레이를 해주세요</a:t>
            </a:r>
            <a:r>
              <a:rPr lang="en-US" altLang="ko-KR" sz="1600"/>
              <a:t>!&gt;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509D44-42FF-A7EF-2BBA-8CC2926C7209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기획영역</a:t>
            </a:r>
            <a:endParaRPr lang="en-US" altLang="ko-KR" b="1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F6648B-1CE5-8D1E-3204-22E0B43F0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128" y="1479428"/>
            <a:ext cx="2362198" cy="14460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195EE0-B508-3FE8-5D69-CD5524B42E5B}"/>
              </a:ext>
            </a:extLst>
          </p:cNvPr>
          <p:cNvSpPr txBox="1"/>
          <p:nvPr/>
        </p:nvSpPr>
        <p:spPr>
          <a:xfrm>
            <a:off x="838199" y="4793797"/>
            <a:ext cx="62530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GMTKGameJam2021</a:t>
            </a:r>
          </a:p>
          <a:p>
            <a:r>
              <a:rPr lang="ko-KR" altLang="en-US" sz="1600" dirty="0">
                <a:hlinkClick r:id="rId4"/>
              </a:rPr>
              <a:t>https://www.youtube.com/watch?v=9U4Zoagd_40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36196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B3909-C278-9CF3-7A25-5F01D6C29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3B705-543B-981A-A4BB-CA7AF004C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446164" cy="1325563"/>
          </a:xfrm>
        </p:spPr>
        <p:txBody>
          <a:bodyPr/>
          <a:lstStyle/>
          <a:p>
            <a:r>
              <a:rPr lang="en-US" altLang="ko-KR"/>
              <a:t>GMTK GameJam </a:t>
            </a:r>
            <a:r>
              <a:rPr lang="ko-KR" altLang="en-US"/>
              <a:t>참여작 </a:t>
            </a:r>
            <a:r>
              <a:rPr lang="en-US" altLang="ko-KR"/>
              <a:t>- GodChoice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F444F-64B4-7A2B-8840-C907EA7E9445}"/>
              </a:ext>
            </a:extLst>
          </p:cNvPr>
          <p:cNvSpPr txBox="1"/>
          <p:nvPr/>
        </p:nvSpPr>
        <p:spPr>
          <a:xfrm>
            <a:off x="838199" y="1353804"/>
            <a:ext cx="100052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프로젝트 이름 </a:t>
            </a:r>
            <a:r>
              <a:rPr lang="en-US" altLang="ko-KR" sz="1600"/>
              <a:t>: GodChoice</a:t>
            </a:r>
          </a:p>
          <a:p>
            <a:r>
              <a:rPr lang="ko-KR" altLang="en-US" sz="1600"/>
              <a:t>장르 </a:t>
            </a:r>
            <a:r>
              <a:rPr lang="en-US" altLang="ko-KR" sz="1600"/>
              <a:t>: </a:t>
            </a:r>
            <a:r>
              <a:rPr lang="ko-KR" altLang="en-US" sz="1600"/>
              <a:t>보드게임</a:t>
            </a:r>
            <a:r>
              <a:rPr lang="en-US" altLang="ko-KR" sz="1600"/>
              <a:t>/</a:t>
            </a:r>
            <a:r>
              <a:rPr lang="ko-KR" altLang="en-US" sz="1600"/>
              <a:t>전략</a:t>
            </a:r>
            <a:endParaRPr lang="en-US" altLang="ko-KR" sz="1600"/>
          </a:p>
          <a:p>
            <a:r>
              <a:rPr lang="ko-KR" altLang="en-US" sz="1600"/>
              <a:t>개발인원 </a:t>
            </a:r>
            <a:r>
              <a:rPr lang="en-US" altLang="ko-KR" sz="1600"/>
              <a:t>: 1</a:t>
            </a:r>
            <a:r>
              <a:rPr lang="ko-KR" altLang="en-US" sz="1600"/>
              <a:t>명 </a:t>
            </a:r>
            <a:r>
              <a:rPr lang="en-US" altLang="ko-KR" sz="1600"/>
              <a:t>/ </a:t>
            </a:r>
            <a:r>
              <a:rPr lang="ko-KR" altLang="en-US" sz="1600"/>
              <a:t>개발 기간 </a:t>
            </a:r>
            <a:r>
              <a:rPr lang="en-US" altLang="ko-KR" sz="1600"/>
              <a:t>(2</a:t>
            </a:r>
            <a:r>
              <a:rPr lang="ko-KR" altLang="en-US" sz="1600"/>
              <a:t>일</a:t>
            </a:r>
            <a:r>
              <a:rPr lang="en-US" altLang="ko-KR" sz="1600"/>
              <a:t>)</a:t>
            </a:r>
          </a:p>
          <a:p>
            <a:r>
              <a:rPr lang="ko-KR" altLang="en-US" sz="1600"/>
              <a:t>개발 환경 </a:t>
            </a:r>
            <a:r>
              <a:rPr lang="en-US" altLang="ko-KR" sz="1600"/>
              <a:t>: </a:t>
            </a:r>
          </a:p>
          <a:p>
            <a:r>
              <a:rPr lang="en-US" altLang="ko-KR" sz="1600"/>
              <a:t>	IDE/Debugger : Unity, VisualStudio2019</a:t>
            </a:r>
          </a:p>
          <a:p>
            <a:r>
              <a:rPr lang="ko-KR" altLang="en-US" sz="1600"/>
              <a:t>본인이 과제를 모두 수행함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ko-KR" altLang="en-US" sz="1600"/>
              <a:t>게임 잼의 주제 </a:t>
            </a:r>
            <a:r>
              <a:rPr lang="en-US" altLang="ko-KR" sz="1600"/>
              <a:t>: "Roll of the Dice" </a:t>
            </a:r>
          </a:p>
          <a:p>
            <a:r>
              <a:rPr lang="en-US" altLang="ko-KR" sz="1600"/>
              <a:t>	- </a:t>
            </a:r>
            <a:r>
              <a:rPr lang="ko-KR" altLang="en-US" sz="1600"/>
              <a:t>운</a:t>
            </a:r>
            <a:r>
              <a:rPr lang="en-US" altLang="ko-KR" sz="1600"/>
              <a:t>, </a:t>
            </a:r>
            <a:r>
              <a:rPr lang="ko-KR" altLang="en-US" sz="1600"/>
              <a:t>그리고 렌덤이 게임의 주요한 메카닉이 되어야 하지만</a:t>
            </a:r>
            <a:r>
              <a:rPr lang="en-US" altLang="ko-KR" sz="1600"/>
              <a:t>, </a:t>
            </a:r>
            <a:r>
              <a:rPr lang="ko-KR" altLang="en-US" sz="1600"/>
              <a:t>운으로 결과가 결정되는 도박같은 </a:t>
            </a:r>
            <a:endParaRPr lang="en-US" altLang="ko-KR" sz="1600"/>
          </a:p>
          <a:p>
            <a:r>
              <a:rPr lang="ko-KR" altLang="en-US" sz="1600"/>
              <a:t>게임이 되어서는 안된다</a:t>
            </a:r>
            <a:r>
              <a:rPr lang="en-US" altLang="ko-KR" sz="1600"/>
              <a:t>. </a:t>
            </a:r>
            <a:r>
              <a:rPr lang="ko-KR" altLang="en-US" sz="1600"/>
              <a:t>운은 플레이의 다양성과 지루함 극복을 위해 사용되어야 한다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en-US" altLang="ko-KR" sz="1600"/>
              <a:t>&gt;&gt; </a:t>
            </a:r>
            <a:r>
              <a:rPr lang="ko-KR" altLang="en-US" sz="1600"/>
              <a:t>나의 기획 </a:t>
            </a:r>
            <a:r>
              <a:rPr lang="en-US" altLang="ko-KR" sz="1600"/>
              <a:t>: 1~6</a:t>
            </a:r>
            <a:r>
              <a:rPr lang="ko-KR" altLang="en-US" sz="1600"/>
              <a:t>의 주사위를 굴려서 더 높은 사람이 공격을 함</a:t>
            </a:r>
            <a:r>
              <a:rPr lang="en-US" altLang="ko-KR" sz="1600"/>
              <a:t>.</a:t>
            </a:r>
          </a:p>
          <a:p>
            <a:r>
              <a:rPr lang="ko-KR" altLang="en-US" sz="1600"/>
              <a:t>다만 매턴이 지날때마다 특정 차례의 주사위 눈 하나를 교환할 수 있다</a:t>
            </a:r>
            <a:r>
              <a:rPr lang="en-US" altLang="ko-KR" sz="1600"/>
              <a:t>.</a:t>
            </a:r>
          </a:p>
          <a:p>
            <a:r>
              <a:rPr lang="ko-KR" altLang="en-US" sz="1600"/>
              <a:t>여기에 연속으로 같은 눈이 나오거나</a:t>
            </a:r>
            <a:r>
              <a:rPr lang="en-US" altLang="ko-KR" sz="1600"/>
              <a:t>, </a:t>
            </a:r>
            <a:r>
              <a:rPr lang="ko-KR" altLang="en-US" sz="1600"/>
              <a:t>스트레이트가 될 경우</a:t>
            </a:r>
            <a:endParaRPr lang="en-US" altLang="ko-KR" sz="1600"/>
          </a:p>
          <a:p>
            <a:r>
              <a:rPr lang="ko-KR" altLang="en-US" sz="1600"/>
              <a:t>더 좋은 효과를 부여하는 것으로 전략을 짤 수 있도록 구성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ko-KR" altLang="en-US" sz="1600"/>
              <a:t>게임 소개 영상 </a:t>
            </a:r>
            <a:r>
              <a:rPr lang="en-US" altLang="ko-KR" sz="1600"/>
              <a:t>: </a:t>
            </a:r>
            <a:r>
              <a:rPr lang="en-US" altLang="ko-KR" sz="1600">
                <a:hlinkClick r:id="rId2"/>
              </a:rPr>
              <a:t>https://youtu.be/qeZcDBkHkvw</a:t>
            </a:r>
            <a:endParaRPr lang="en-US" altLang="ko-KR" sz="1600"/>
          </a:p>
          <a:p>
            <a:r>
              <a:rPr lang="ko-KR" altLang="en-US" sz="1600"/>
              <a:t>게임 플레이 </a:t>
            </a:r>
            <a:r>
              <a:rPr lang="en-US" altLang="ko-KR" sz="1600"/>
              <a:t>: </a:t>
            </a:r>
            <a:r>
              <a:rPr lang="en-US" altLang="ko-KR" sz="1600">
                <a:hlinkClick r:id="rId3"/>
              </a:rPr>
              <a:t>https://nohc2001.itch.io/godchoice</a:t>
            </a:r>
            <a:endParaRPr lang="en-US" altLang="ko-KR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9FC529-70C5-2F3D-2B51-867D94602B83}"/>
              </a:ext>
            </a:extLst>
          </p:cNvPr>
          <p:cNvSpPr txBox="1"/>
          <p:nvPr/>
        </p:nvSpPr>
        <p:spPr>
          <a:xfrm>
            <a:off x="0" y="15544"/>
            <a:ext cx="1346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기획영역</a:t>
            </a:r>
            <a:endParaRPr lang="en-US" altLang="ko-KR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1204C-235D-A75E-73E7-F43E18C684BC}"/>
              </a:ext>
            </a:extLst>
          </p:cNvPr>
          <p:cNvSpPr txBox="1"/>
          <p:nvPr/>
        </p:nvSpPr>
        <p:spPr>
          <a:xfrm>
            <a:off x="838199" y="5944995"/>
            <a:ext cx="62530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GMTKGameJam2022 </a:t>
            </a:r>
            <a:r>
              <a:rPr lang="ko-KR" altLang="en-US" sz="1600" dirty="0">
                <a:hlinkClick r:id="rId4"/>
              </a:rPr>
              <a:t>https://www.youtube.com/watch?v=9U4Zoagd_40</a:t>
            </a:r>
            <a:endParaRPr lang="ko-KR" altLang="en-US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49F61D-01FA-4C0F-EA88-5369AC8DA6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4033" y="1353804"/>
            <a:ext cx="2250767" cy="162648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DA4C1F4-DA53-16F3-58A6-CF81EBD317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221" y="4058427"/>
            <a:ext cx="4351779" cy="242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0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2606</TotalTime>
  <Words>2837</Words>
  <Application>Microsoft Office PowerPoint</Application>
  <PresentationFormat>와이드스크린</PresentationFormat>
  <Paragraphs>366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게임 개발자 포트폴리오</vt:lpstr>
      <vt:lpstr>프로필</vt:lpstr>
      <vt:lpstr>프로젝트</vt:lpstr>
      <vt:lpstr>Pulse City</vt:lpstr>
      <vt:lpstr>AI 사용</vt:lpstr>
      <vt:lpstr>유니티 바이너리 익스포터 제작</vt:lpstr>
      <vt:lpstr>서버 프로그래머 역할 분담</vt:lpstr>
      <vt:lpstr>핵심 서버 코드</vt:lpstr>
      <vt:lpstr>클라이언트 프레임워크 제작</vt:lpstr>
      <vt:lpstr>렌더링</vt:lpstr>
      <vt:lpstr>Raster 렌더링</vt:lpstr>
      <vt:lpstr>레이트레이싱</vt:lpstr>
      <vt:lpstr>레이트레이싱</vt:lpstr>
      <vt:lpstr>그 외의 기여</vt:lpstr>
      <vt:lpstr>부록 - 서버의 충돌계산 고민 메모</vt:lpstr>
      <vt:lpstr>부록 - 청크에 들어가기 위한 게임오브젝트 구조 설계</vt:lpstr>
      <vt:lpstr>Otornait</vt:lpstr>
      <vt:lpstr>그래픽스 기말과제</vt:lpstr>
      <vt:lpstr>GMTK GameJam 참여작 - InverseProportion</vt:lpstr>
      <vt:lpstr>GMTK GameJam 참여작 - GodChoice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훈철 노</dc:creator>
  <cp:lastModifiedBy>Nai Hoon Jung</cp:lastModifiedBy>
  <cp:revision>64</cp:revision>
  <dcterms:created xsi:type="dcterms:W3CDTF">2026-07-04T17:16:13Z</dcterms:created>
  <dcterms:modified xsi:type="dcterms:W3CDTF">2026-08-03T05:27:40Z</dcterms:modified>
</cp:coreProperties>
</file>