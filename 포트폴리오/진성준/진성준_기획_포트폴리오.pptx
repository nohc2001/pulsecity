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2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94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7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 kern="0" spc="800">
                <a:solidFill>
                  <a:srgbClr val="E0A15A"/>
                </a:solidFill>
                <a:latin typeface="Arial"/>
                <a:ea typeface="Arial"/>
                <a:cs typeface="Arial"/>
              </a:rPr>
              <a:t>PORTFOLIO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66927" y="2926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게임 기획</a:t>
            </a:r>
            <a:r>
              <a:rPr lang="ko-KR" alt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포트폴리오</a:t>
            </a:r>
          </a:p>
        </p:txBody>
      </p:sp>
      <p:sp>
        <p:nvSpPr>
          <p:cNvPr id="6" name="Shape 4"/>
          <p:cNvSpPr/>
          <p:nvPr/>
        </p:nvSpPr>
        <p:spPr>
          <a:xfrm>
            <a:off x="585216" y="4343400"/>
            <a:ext cx="292608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4526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한국공학대학교 게임공학과  ·  4학년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INDEX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목차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389888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389888" y="2029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프로필 · 역량 · 이력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4324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389888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389888" y="2962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 × 턴제 전투 시스템 기획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389888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389888" y="38953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 조합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기반</a:t>
            </a: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턴제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RPG 기획</a:t>
            </a:r>
          </a:p>
        </p:txBody>
      </p:sp>
      <p:sp>
        <p:nvSpPr>
          <p:cNvPr id="17" name="Text 15"/>
          <p:cNvSpPr/>
          <p:nvPr/>
        </p:nvSpPr>
        <p:spPr>
          <a:xfrm>
            <a:off x="566928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566928" y="4535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6928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altLang="ko-KR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2" name="Text 20"/>
          <p:cNvSpPr/>
          <p:nvPr/>
        </p:nvSpPr>
        <p:spPr>
          <a:xfrm>
            <a:off x="1389887" y="4517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종합 · 기타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389887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기획 철학 · 기타 프로젝트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01  ABOUT ME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749040" cy="4480560"/>
          </a:xfrm>
          <a:prstGeom prst="roundRect">
            <a:avLst>
              <a:gd name="adj" fmla="val 1707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0a15a"/>
                </a:solidFill>
                <a:latin typeface="Arial"/>
                <a:ea typeface="Arial"/>
                <a:cs typeface="Arial"/>
              </a:rPr>
              <a:t>Jin Seongjun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350" i="1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학력</a:t>
            </a:r>
            <a:endParaRPr lang="en-US" sz="12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한국공학대학교 게임공학과</a:t>
            </a:r>
            <a:endParaRPr lang="en-US" sz="12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1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2026.02 졸업예정</a:t>
            </a:r>
            <a:endParaRPr lang="en-US" sz="11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60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연락처</a:t>
            </a:r>
            <a:endParaRPr lang="en-US" sz="12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010-7770-2108</a:t>
            </a:r>
            <a:endParaRPr lang="en-US" sz="12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altLang="ko-KR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@naver.com</a:t>
            </a:r>
            <a:endParaRPr lang="en-US" sz="115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81728" y="1783080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핵심 역량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681728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기획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6236208" y="2194560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전투·시스템 설계 /</a:t>
            </a:r>
            <a:r>
              <a:rPr lang="en-US" altLang="ko-KR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 경험 설계</a:t>
            </a:r>
            <a:endParaRPr lang="en-US" sz="125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81728" y="276148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81728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문서화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236208" y="2761488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시스템 정의서 / 발표·제안서 / 반복 개선(피드백 반영)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681728" y="33284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81728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구현 이해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6236208" y="3328416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C++ · 게임 서버(Zone 분산·프로토콜 설계)</a:t>
            </a:r>
            <a:endParaRPr lang="en-US" sz="125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81728" y="389534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81728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도구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6236208" y="3895344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Git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81728" y="4599432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주요 프로젝트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681728" y="4965192"/>
            <a:ext cx="69430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 City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DX12 온라인 RPG · 기획 + 서버 담당 (졸업작품)</a:t>
            </a:r>
            <a:endParaRPr lang="en-US" sz="12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소울라이크×턴제 전투 시스템 기획</a:t>
            </a:r>
            <a:endParaRPr lang="en-US" sz="12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스트레스 기반 커맨드 RPG 기획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PROJECT — 무진기행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(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霧津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紀行)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마을의 저주를 풀기 위해 원념체를 쓰러뜨리고 마을의 수수께끼를 푸는 게임</a:t>
            </a:r>
            <a:endParaRPr lang="en-US" sz="135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66928" y="2103120"/>
          <a:ext cx="594360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소울라이크 + 턴제 RPG (하이브리드)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/ 싱글플레이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전투 시스템 기획 (단독)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정의서 · 3회 발표 · 보스/던전 설계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2025.03 ~ 2025.06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기획서 · 발표자료 · 레퍼런스 분석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0" descr="img/mj_dungeon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91528" y="2240280"/>
            <a:ext cx="422656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2578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던전 컨셉 — 저주로 뒤틀린 공간(스톰빌 성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엘든링</a:t>
            </a: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핵심 설계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왜 이렇게 설계했는가: 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플레이어에게 페이즈를 부여한다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95528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문제</a:t>
            </a:r>
            <a:endParaRPr lang="en-US" sz="14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" y="2240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소울라이크의 속도감과 턴제의 전략성을 한 번에?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전통적 '번갈아 공격' 턴제로는 두 장르를 애매하게 접합할 뿐, 둘 다 놓친다.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0533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3400"/>
          </a:p>
        </p:txBody>
      </p:sp>
      <p:sp>
        <p:nvSpPr>
          <p:cNvPr id="8" name="Shape 6"/>
          <p:cNvSpPr/>
          <p:nvPr/>
        </p:nvSpPr>
        <p:spPr>
          <a:xfrm>
            <a:off x="6693408" y="1737360"/>
            <a:ext cx="4931359" cy="1828800"/>
          </a:xfrm>
          <a:prstGeom prst="roundRect">
            <a:avLst>
              <a:gd name="adj" fmla="val 35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2200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해결</a:t>
            </a:r>
            <a:endParaRPr lang="en-US" sz="14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22008" y="2240280"/>
            <a:ext cx="4474159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 개념만 차용하고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플레이어에게만 부여. </a:t>
            </a:r>
            <a:endParaRPr lang="en-US" sz="13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적은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없이 자기 패턴대로 실시간 행동 → </a:t>
            </a:r>
            <a:endParaRPr lang="en-US" sz="13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적의 위협감 + 플레이어의 계획적 자원 운용을 동시에 확보.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6692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552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79552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플레이어에게만</a:t>
            </a:r>
            <a:endParaRPr lang="en-US" sz="14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로 분리</a:t>
            </a:r>
            <a:endParaRPr lang="en-US" sz="12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7024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9884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449884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적은 실시간 패턴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49884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없이 자유 행동 → 소울라이크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위협감</a:t>
            </a:r>
            <a:endParaRPr lang="en-US" sz="12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7356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02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820216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계획 = 재미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20216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제한된 에너지 배분이 전략의 핵심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코어 시스템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· 약점 간파 · 동료 연계</a:t>
            </a:r>
            <a:endParaRPr 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↔ 방어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  <a:endParaRPr lang="ko-KR" altLang="en-US" sz="1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15968" y="196596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lang="ko-KR" alt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고유 에너지를 소모. 소진 시 반대 턴으로 자동 스위치. </a:t>
            </a:r>
            <a:endParaRPr lang="en-US" sz="13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스킬마다 위력·코스트가 달라 '무엇에 배분할까'가 전략.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약점 간파 (그로기)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315968" y="342900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명중할 때마다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방어도가 줄어듦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.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적의 방어도 소진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시 증폭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된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강공격 → 명중하면 적 기절 + 에너지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모두 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회복 + 추가 턴.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동료 연계 공격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315968" y="489204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패링·약점 간파 등 특정 조건 달성 시 동료가 순간 개입해 추가타/버프.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6190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050" i="1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무진기행 — 적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곡선: 잡몹 → 중간보스 3종 (가르치는 적)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32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잡몹은 길잡이·자기효능감 담당(단순 패턴). 중간보스 3종은 '유사 착장·유사 패턴'으로 방어/공격 타이밍을 가르치는 학습의 장.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mg/mj_knight_sp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08" y="2194560"/>
            <a:ext cx="1764559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기사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사거리 + 후딜레이 강공격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024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g/mj_knigh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39" y="2194560"/>
            <a:ext cx="2403939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312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쌍검 기사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5312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공격 · 빠른 템포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7356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mg/mj_knigh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387" y="2194560"/>
            <a:ext cx="2021082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644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방패 기사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5644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방어·막기 · 반격 유도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41248" y="502920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A1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  </a:t>
            </a:r>
            <a:r>
              <a:rPr lang="en-US" sz="125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후딜레이가 큰 공격일수록 공격 창을 넓게 → 타이밍을 '암시'. 피격 시 반격 패턴으로 전환해 무지성 공격을 억제.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보스전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학습의 검증: 패턴 융합 + 마지막 패턴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1208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Image 0" descr="img/mj_bos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5007" y="1920240"/>
            <a:ext cx="4375922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023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보스 '떠도는 머리' — 세 중간보스의 머리를 쥔 그림자 괴물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749808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세 중간보스의 패턴을 모두 구사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→ 플레이어는 학습한 타이밍으로 대응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053328" y="1783080"/>
            <a:ext cx="5571439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81928" y="192024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정형화 + 변속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6281928" y="2286000"/>
            <a:ext cx="51142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패턴을 무작위 순서로 돌리되 '다음 순서'는 예측 가능하게. 대신 공격 템포에 변속(빠름/느림 이지선다)을 걸어 심리전 유발 → 반복 트라이의 지루함 상쇄.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6053328" y="3794760"/>
            <a:ext cx="5571439" cy="19202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281928" y="393192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다중 패턴 &amp; 마지막 신호</a:t>
            </a:r>
            <a:endParaRPr lang="en-US" sz="1500"/>
          </a:p>
        </p:txBody>
      </p:sp>
      <p:pic>
        <p:nvPicPr>
          <p:cNvPr id="13" name="Image 1" descr="img/mj_lastpatter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35614" y="4297680"/>
            <a:ext cx="2606867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81928" y="5138928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보스는 패턴 1~3개를 연속 시전 → 언제 끝날지 모름. '마지막 패턴' 때 테두리 발광으로 공격 기회를 명확히 알림.</a:t>
            </a:r>
            <a:endParaRPr lang="en-US" sz="1150"/>
          </a:p>
        </p:txBody>
      </p:sp>
      <p:sp>
        <p:nvSpPr>
          <p:cNvPr id="15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02  무진기행 — 정리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시스템은 '플레이어</a:t>
            </a:r>
            <a:r>
              <a:rPr lang="ko-KR" alt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경험'에서</a:t>
            </a:r>
            <a:endParaRPr lang="en-US" sz="2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공격/방어턴</a:t>
            </a: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 페이즈 </a:t>
            </a: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자원</a:t>
            </a:r>
            <a:endParaRPr lang="en-US" sz="15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제한된 에너지를 어디에 쓸까 — 계획의 재미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614476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약점 간파(그로기)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꾸준한 명중 → 기절+추가턴의 큰 보상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중간보스 3종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'이 셋은 비슷하다' → 타이밍 학습의 성취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14476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보스 패턴 융합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학습을 실전에서 검증 → 자기효능감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변속·다중패턴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심리전·긴장, 반복의 지루함 상쇄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14476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마지막 패턴 신호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공격할 기회를 알려수는 수단</a:t>
            </a:r>
            <a:endParaRPr lang="ko-KR" altLang="en-US" sz="125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PROJECT — ESCAPE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ESCAPE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432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기억을 잃고 꿈에 갇힌 주인공이 꿈 속 괴물을 쓰러뜨리고 탈출하는 턴제 RPG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594360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커맨드 조합 턴제 RPG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전투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 구슬에 커맨드를 채워 콤보를 조합해 전투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전투·시스템 기획 (단독)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제안서 · 3회 발표 · 인포그래픽 · 성찰일지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2025.09 ~ 2025.12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6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꿈 탈출 — 여러 테마의 던전(꿈)으로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mg/es_com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523571"/>
            <a:ext cx="4474159" cy="21766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0292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커맨드를 조합해 콤보를 시전하는 전투 화면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핵심 전투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커맨드를 조합해 '콤보'를 만든다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5개의 구슬(방향키)에 커맨드를 채워 콤보를 발동. 커맨드는 조합과 연계가 전투의 축이 되도록 설계했다.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852160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2개 이상 커맨드 → 하나의 콤보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기존 특수공격은 한 번에 하나뿐. 콤보는 2개 이상을 묶어 발동 → </a:t>
            </a:r>
            <a:r>
              <a:rPr lang="en-US"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콤보 사이의 '연계'를 유도.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예) a로 기름을 뿌리고 → b로 불을 붙인다 / a로 방어력을 깎고 → b로 공격.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601968" y="2057400"/>
            <a:ext cx="5022799" cy="1874520"/>
          </a:xfrm>
          <a:prstGeom prst="roundRect">
            <a:avLst>
              <a:gd name="adj" fmla="val 341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Image 0" descr="img/es_combolis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40476" y="2194560"/>
            <a:ext cx="3500063" cy="1600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552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콤보 습득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79552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우연히 발견하거나 특정 NPC에게 학습. 전투 중 콤보 리스트로 확인(적용 증강도 표시).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27024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9884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빗나간 입력</a:t>
            </a:r>
            <a:endParaRPr lang="en-US" sz="1450"/>
          </a:p>
        </p:txBody>
      </p:sp>
      <p:sp>
        <p:nvSpPr>
          <p:cNvPr id="15" name="Text 12"/>
          <p:cNvSpPr/>
          <p:nvPr/>
        </p:nvSpPr>
        <p:spPr>
          <a:xfrm>
            <a:off x="449884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콤보가 아니면 기본 타격 + 유사 콤보를 '?'로 리스트에 추가 → 탐색의 힌트.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797356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0216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필살기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820216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'할 수 있어' 포인트 10을 모으면 필살기 시전 가능.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ESCAPE — 성장 &amp; 협력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증강으로 콤보를 키우고, 동료와 연계한다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 (Augment)</a:t>
            </a:r>
            <a:endParaRPr lang="en-US" sz="1500" dirty="0"/>
          </a:p>
        </p:txBody>
      </p:sp>
      <p:pic>
        <p:nvPicPr>
          <p:cNvPr id="6" name="Image 0" descr="img/es_au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48" y="2286000"/>
            <a:ext cx="300736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레시피를 주우면 콤보에 증강이 부착된다.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 · 골드 · 다이아 등급 — 높을수록 강한 효과.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'특정 콤보', '특정 커맨드 포함' 등 적용 조건이 포괄적. 같은 스킬에 2개 이상 보유 시 골라 장착.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36208" y="1783080"/>
            <a:ext cx="5388559" cy="3931920"/>
          </a:xfrm>
          <a:prstGeom prst="roundRect">
            <a:avLst>
              <a:gd name="adj" fmla="val 16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64808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1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연계 공격</a:t>
            </a:r>
            <a:endParaRPr lang="en-US" sz="1500" dirty="0"/>
          </a:p>
        </p:txBody>
      </p:sp>
      <p:pic>
        <p:nvPicPr>
          <p:cNvPr id="10" name="Image 1" descr="img/es_com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76" y="2286000"/>
            <a:ext cx="3122023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393192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커맨드 공격 중 좌/우 방향키로 동료 연계 발동.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동료의 연계에도 커맨드 입력이 가능 — 적 특성에 맞춰 다른 콤보 활용.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구슬을 5개 온전히 주지 않아(적게 부여) 남발을 막고 리스크·리턴을 조절.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자원 제한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스트레스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하이 리턴</a:t>
            </a:r>
            <a:r>
              <a:rPr lang="en-US" altLang="ko-KR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하이 리스크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마나를 없앤 대신, 커맨드·피격이 스트레스를 쌓는다. 강함을 난사하지 못하게 하는 자원 관리 축이다.</a:t>
            </a:r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486400" cy="3611880"/>
          </a:xfrm>
          <a:prstGeom prst="roundRect">
            <a:avLst>
              <a:gd name="adj" fmla="val 1772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스트레스 100 → 붕괴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공격·피격으로 스트레스 누적, 100이 되면 '붕괴' 상태.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붕괴 유형 5종 — 충동 / 공포 / 불안 / 기억왜곡 / 우울. 각기 다른 패널티(연계 불가, 콤보 망각, 명중률 하락 등).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핵심 원칙: 스트레스 획득량 &gt; 감소량.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ko-KR" altLang="en-US" sz="12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스트레스 </a:t>
            </a:r>
            <a:r>
              <a:rPr lang="en-US" sz="12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감소(힐·치명타·회피·격파)는 '행운'이어야 한다.</a:t>
            </a:r>
          </a:p>
        </p:txBody>
      </p:sp>
      <p:sp>
        <p:nvSpPr>
          <p:cNvPr id="8" name="Shape 6"/>
          <p:cNvSpPr/>
          <p:nvPr/>
        </p:nvSpPr>
        <p:spPr>
          <a:xfrm>
            <a:off x="6236208" y="2103120"/>
            <a:ext cx="5388559" cy="3611880"/>
          </a:xfrm>
          <a:prstGeom prst="roundRect">
            <a:avLst>
              <a:gd name="adj" fmla="val 1772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붕괴 탈출: 심호흡 vs 극복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464808" y="2606040"/>
            <a:ext cx="4839919" cy="3017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심호흡 — 턴을 스킵하고 리듬에 맞춰 방향키 입력, 정확할수록 스트레스 감소↑. 안정적 탈출.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극복 — 붕괴 중 공격 시 확률적으로 즉시 탈출 + 스트레스 0 + 위력↑ + 추가 턴. 한 방 역전. (다키스트던전 '기적' 영감)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'안전한 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'과 '도박적 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 사이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긴장을 만든다.</a:t>
            </a:r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맵 기믹 &amp; 던전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환경이 전투를 바꾸고, 던전마다 테마가 다르다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맵 기믹 — 환경이 콤보·스트레스를 바꾼다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맵에 따라 약/중/강 공격 콤보의 위력과 스트레스 증감이 달라진다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같은 콤보도 맵마다 다른 판단을 요구.</a:t>
            </a:r>
            <a:endParaRPr lang="en-US" sz="1150"/>
          </a:p>
        </p:txBody>
      </p:sp>
      <p:pic>
        <p:nvPicPr>
          <p:cNvPr id="7" name="Image 0" descr="img/es_adrenalin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54954" y="2971800"/>
            <a:ext cx="1441468" cy="1005840"/>
          </a:xfrm>
          <a:prstGeom prst="rect">
            <a:avLst/>
          </a:prstGeom>
        </p:spPr>
      </p:pic>
      <p:pic>
        <p:nvPicPr>
          <p:cNvPr id="8" name="Image 1" descr="img/es_serotoni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10338" y="2971800"/>
            <a:ext cx="14513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아드레날린맵: 강공격↑·스트레스↑</a:t>
            </a:r>
            <a:endParaRPr lang="en-US" sz="950"/>
          </a:p>
        </p:txBody>
      </p:sp>
      <p:sp>
        <p:nvSpPr>
          <p:cNvPr id="10" name="Text 6"/>
          <p:cNvSpPr/>
          <p:nvPr/>
        </p:nvSpPr>
        <p:spPr>
          <a:xfrm>
            <a:off x="340156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세로토닌맵: 공격↓·스트레스 감소</a:t>
            </a:r>
            <a:endParaRPr lang="en-US" sz="950"/>
          </a:p>
        </p:txBody>
      </p:sp>
      <p:sp>
        <p:nvSpPr>
          <p:cNvPr id="11" name="Shape 7"/>
          <p:cNvSpPr/>
          <p:nvPr/>
        </p:nvSpPr>
        <p:spPr>
          <a:xfrm>
            <a:off x="6236208" y="1783080"/>
            <a:ext cx="5388559" cy="2331720"/>
          </a:xfrm>
          <a:prstGeom prst="roundRect">
            <a:avLst>
              <a:gd name="adj" fmla="val 274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464808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던전 = 각기 다른 '꿈' 테마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꿈 속 세계라 던전마다 세계관·기믹·적이 전혀 다르다.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아래는 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잡몹→엘리트→보스의 학습 완충 구조를 설계·시연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하였다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4297680"/>
            <a:ext cx="11057839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2296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던전 예시 — 우울증 테마 (여러 던전 중 하나)</a:t>
            </a:r>
            <a:endParaRPr lang="en-US" sz="1250"/>
          </a:p>
        </p:txBody>
      </p:sp>
      <p:sp>
        <p:nvSpPr>
          <p:cNvPr id="16" name="Shape 12"/>
          <p:cNvSpPr/>
          <p:nvPr/>
        </p:nvSpPr>
        <p:spPr>
          <a:xfrm>
            <a:off x="8412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9784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잡몹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9784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길잡이 · 자기효능감</a:t>
            </a:r>
            <a:endParaRPr lang="en-US" sz="1050"/>
          </a:p>
        </p:txBody>
      </p:sp>
      <p:sp>
        <p:nvSpPr>
          <p:cNvPr id="19" name="Text 15"/>
          <p:cNvSpPr/>
          <p:nvPr/>
        </p:nvSpPr>
        <p:spPr>
          <a:xfrm>
            <a:off x="40416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0" name="Shape 16"/>
          <p:cNvSpPr/>
          <p:nvPr/>
        </p:nvSpPr>
        <p:spPr>
          <a:xfrm>
            <a:off x="44988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6360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엘리트</a:t>
            </a:r>
            <a:endParaRPr lang="en-US" sz="1300"/>
          </a:p>
        </p:txBody>
      </p:sp>
      <p:sp>
        <p:nvSpPr>
          <p:cNvPr id="22" name="Text 18"/>
          <p:cNvSpPr/>
          <p:nvPr/>
        </p:nvSpPr>
        <p:spPr>
          <a:xfrm>
            <a:off x="46360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난이도 완충 · 보스 패턴 예고</a:t>
            </a:r>
            <a:endParaRPr lang="en-US" sz="1050"/>
          </a:p>
        </p:txBody>
      </p:sp>
      <p:sp>
        <p:nvSpPr>
          <p:cNvPr id="23" name="Text 19"/>
          <p:cNvSpPr/>
          <p:nvPr/>
        </p:nvSpPr>
        <p:spPr>
          <a:xfrm>
            <a:off x="76992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4" name="Shape 20"/>
          <p:cNvSpPr/>
          <p:nvPr/>
        </p:nvSpPr>
        <p:spPr>
          <a:xfrm>
            <a:off x="81564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2936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보스</a:t>
            </a:r>
            <a:endParaRPr lang="en-US" sz="1300"/>
          </a:p>
        </p:txBody>
      </p:sp>
      <p:sp>
        <p:nvSpPr>
          <p:cNvPr id="26" name="Text 22"/>
          <p:cNvSpPr/>
          <p:nvPr/>
        </p:nvSpPr>
        <p:spPr>
          <a:xfrm>
            <a:off x="82936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학습한 대응의 검증</a:t>
            </a:r>
            <a:endParaRPr lang="en-US" sz="1050"/>
          </a:p>
        </p:txBody>
      </p:sp>
      <p:sp>
        <p:nvSpPr>
          <p:cNvPr id="27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8" name="Text 24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05  PHILOSOPHY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언제나 플레이어</a:t>
            </a:r>
            <a:r>
              <a:rPr lang="ko-KR" alt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 경험</a:t>
            </a: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 시작한다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유저의 플레이 예상</a:t>
            </a:r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기능이 아니라 '의도한 플레이어 경험'을 먼저 정의하고 시스템을 거기서 도출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7024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4000"/>
          </a:p>
        </p:txBody>
      </p:sp>
      <p:sp>
        <p:nvSpPr>
          <p:cNvPr id="10" name="Text 8"/>
          <p:cNvSpPr/>
          <p:nvPr/>
        </p:nvSpPr>
        <p:spPr>
          <a:xfrm>
            <a:off x="454456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곡선 설계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454456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무엇을 가르치고 어디서 검증할지 —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적·난이도를 학습 단계로 구성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97356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4788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4000"/>
          </a:p>
        </p:txBody>
      </p:sp>
      <p:sp>
        <p:nvSpPr>
          <p:cNvPr id="14" name="Text 12"/>
          <p:cNvSpPr/>
          <p:nvPr/>
        </p:nvSpPr>
        <p:spPr>
          <a:xfrm>
            <a:off x="824788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구현을 아는 판단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824788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서버를 직접 다뤄본 감각으로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'구현 가능한' 기획을 제시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900" b="1" i="0" u="none" strike="noStrike" kern="1200" cap="none" spc="0" normalizeH="0" baseline="0" mc:Ignorable="hp" hp:hslEmbossed="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</a:t>
            </a:r>
            <a:endParaRPr xmlns:mc="http://schemas.openxmlformats.org/markup-compatibility/2006" xmlns:hp="http://schemas.haansoft.com/office/presentation/8.0" kumimoji="0" lang="en-US" altLang="ko-KR" sz="2900" b="1" i="0" u="none" strike="noStrike" kern="1200" cap="none" spc="0" normalizeH="0" baseline="0" mc:Ignorable="hp" hp:hslEmbossed="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200" b="1" i="0" u="none" strike="noStrike" kern="0" cap="none" spc="200" normalizeH="0" baseline="0" mc:Ignorable="hp" hp:hslEmbossed="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PROJECT — </a:t>
            </a:r>
            <a:r>
              <a:rPr xmlns:mc="http://schemas.openxmlformats.org/markup-compatibility/2006" xmlns:hp="http://schemas.haansoft.com/office/presentation/8.0" kumimoji="0" lang="en-US" altLang="ko-KR" sz="1200" b="1" i="0" u="none" strike="noStrike" kern="0" cap="none" spc="200" normalizeH="0" baseline="0" mc:Ignorable="hp" hp:hslEmbossed="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pulsecity</a:t>
            </a:r>
            <a:endParaRPr xmlns:mc="http://schemas.openxmlformats.org/markup-compatibility/2006" xmlns:hp="http://schemas.haansoft.com/office/presentation/8.0" kumimoji="0" lang="en-US" altLang="ko-KR" sz="1200" b="1" i="0" u="none" strike="noStrike" kern="0" cap="none" spc="200" normalizeH="0" baseline="0" mc:Ignorable="hp" hp:hslEmbossed="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50" b="0" i="0" u="none" strike="noStrike" kern="1200" cap="none" spc="0" normalizeH="0" baseline="0" mc:Ignorable="hp" hp:hslEmbossed="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근미래의 넓은 도시에서 모험하며 의뢰를 해결하고 던전을 클리어하는 게임</a:t>
            </a:r>
            <a:endParaRPr xmlns:mc="http://schemas.openxmlformats.org/markup-compatibility/2006" xmlns:hp="http://schemas.haansoft.com/office/presentation/8.0" kumimoji="0" lang="ko-KR" altLang="en-US" sz="1350" b="0" i="0" u="none" strike="noStrike" kern="1200" cap="none" spc="0" normalizeH="0" baseline="0" mc:Ignorable="hp" hp:hslEmbossed="0">
              <a:solidFill>
                <a:srgbClr val="24324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85216" y="3977640"/>
            <a:ext cx="274320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1118</ep:Words>
  <ep:PresentationFormat>와이드스크린</ep:PresentationFormat>
  <ep:Paragraphs>214</ep:Paragraphs>
  <ep:Slides>17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2026-07-06T02:37:10.000</dcterms:created>
  <dc:creator>진성준</dc:creator>
  <cp:lastModifiedBy>진성준</cp:lastModifiedBy>
  <dcterms:modified xsi:type="dcterms:W3CDTF">2026-09-21T07:05:23.669</dcterms:modified>
  <cp:revision>40</cp:revision>
  <dc:subject>PptxGenJS Presentation</dc:subject>
  <dc:title>진성준 게임 시스템 기획 포트폴리오</dc:title>
  <cp:version/>
</cp:coreProperties>
</file>